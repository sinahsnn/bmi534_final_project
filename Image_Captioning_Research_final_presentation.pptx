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31"/>
  </p:notesMasterIdLst>
  <p:sldIdLst>
    <p:sldId id="265" r:id="rId2"/>
    <p:sldId id="266" r:id="rId3"/>
    <p:sldId id="260" r:id="rId4"/>
    <p:sldId id="274" r:id="rId5"/>
    <p:sldId id="293" r:id="rId6"/>
    <p:sldId id="267" r:id="rId7"/>
    <p:sldId id="289" r:id="rId8"/>
    <p:sldId id="279" r:id="rId9"/>
    <p:sldId id="295" r:id="rId10"/>
    <p:sldId id="281" r:id="rId11"/>
    <p:sldId id="283" r:id="rId12"/>
    <p:sldId id="299" r:id="rId13"/>
    <p:sldId id="291" r:id="rId14"/>
    <p:sldId id="284" r:id="rId15"/>
    <p:sldId id="285" r:id="rId16"/>
    <p:sldId id="298" r:id="rId17"/>
    <p:sldId id="290" r:id="rId18"/>
    <p:sldId id="277" r:id="rId19"/>
    <p:sldId id="300" r:id="rId20"/>
    <p:sldId id="301" r:id="rId21"/>
    <p:sldId id="288" r:id="rId22"/>
    <p:sldId id="280" r:id="rId23"/>
    <p:sldId id="302" r:id="rId24"/>
    <p:sldId id="270" r:id="rId25"/>
    <p:sldId id="271" r:id="rId26"/>
    <p:sldId id="273" r:id="rId27"/>
    <p:sldId id="272" r:id="rId28"/>
    <p:sldId id="303" r:id="rId29"/>
    <p:sldId id="30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DE8D2A-6E1D-FC1E-FE01-A0E260236792}" v="61" dt="2025-04-30T18:54:57.002"/>
    <p1510:client id="{8DC86F3C-6976-2BE7-3CE0-F9D9B4E564D3}" v="11" dt="2025-04-30T15:36:21.355"/>
    <p1510:client id="{AF7EBDBF-BA6E-0F22-8A9F-E25FECDB7C56}" v="1" dt="2025-04-30T15:36:49.611"/>
    <p1510:client id="{D560FC90-72E2-77A5-25D9-1FD1BC26842E}" v="5" dt="2025-04-30T17:23:15.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sannia, Mohammad Sina" userId="S::mhasann@emory.edu::e31ae476-97a3-4c8a-9ab2-c74a0d1a08bb" providerId="AD" clId="Web-{064674F2-4E73-8998-0A30-9D7E15B9F374}"/>
    <pc:docChg chg="modSld">
      <pc:chgData name="Hassannia, Mohammad Sina" userId="S::mhasann@emory.edu::e31ae476-97a3-4c8a-9ab2-c74a0d1a08bb" providerId="AD" clId="Web-{064674F2-4E73-8998-0A30-9D7E15B9F374}" dt="2025-04-22T03:01:53.012" v="9" actId="20577"/>
      <pc:docMkLst>
        <pc:docMk/>
      </pc:docMkLst>
      <pc:sldChg chg="modSp">
        <pc:chgData name="Hassannia, Mohammad Sina" userId="S::mhasann@emory.edu::e31ae476-97a3-4c8a-9ab2-c74a0d1a08bb" providerId="AD" clId="Web-{064674F2-4E73-8998-0A30-9D7E15B9F374}" dt="2025-04-22T03:01:53.012" v="9" actId="20577"/>
        <pc:sldMkLst>
          <pc:docMk/>
          <pc:sldMk cId="1877744204" sldId="289"/>
        </pc:sldMkLst>
        <pc:spChg chg="mod">
          <ac:chgData name="Hassannia, Mohammad Sina" userId="S::mhasann@emory.edu::e31ae476-97a3-4c8a-9ab2-c74a0d1a08bb" providerId="AD" clId="Web-{064674F2-4E73-8998-0A30-9D7E15B9F374}" dt="2025-04-22T03:01:03.120" v="7" actId="20577"/>
          <ac:spMkLst>
            <pc:docMk/>
            <pc:sldMk cId="1877744204" sldId="289"/>
            <ac:spMk id="3" creationId="{21CB9BDE-D946-6069-498B-5AF4272C05F6}"/>
          </ac:spMkLst>
        </pc:spChg>
        <pc:spChg chg="mod">
          <ac:chgData name="Hassannia, Mohammad Sina" userId="S::mhasann@emory.edu::e31ae476-97a3-4c8a-9ab2-c74a0d1a08bb" providerId="AD" clId="Web-{064674F2-4E73-8998-0A30-9D7E15B9F374}" dt="2025-04-22T03:01:53.012" v="9" actId="20577"/>
          <ac:spMkLst>
            <pc:docMk/>
            <pc:sldMk cId="1877744204" sldId="289"/>
            <ac:spMk id="4" creationId="{545371C8-D586-71A1-7F45-41724482C997}"/>
          </ac:spMkLst>
        </pc:spChg>
      </pc:sldChg>
      <pc:sldChg chg="modSp">
        <pc:chgData name="Hassannia, Mohammad Sina" userId="S::mhasann@emory.edu::e31ae476-97a3-4c8a-9ab2-c74a0d1a08bb" providerId="AD" clId="Web-{064674F2-4E73-8998-0A30-9D7E15B9F374}" dt="2025-04-22T02:57:56.113" v="1" actId="20577"/>
        <pc:sldMkLst>
          <pc:docMk/>
          <pc:sldMk cId="4292797107" sldId="290"/>
        </pc:sldMkLst>
        <pc:spChg chg="mod">
          <ac:chgData name="Hassannia, Mohammad Sina" userId="S::mhasann@emory.edu::e31ae476-97a3-4c8a-9ab2-c74a0d1a08bb" providerId="AD" clId="Web-{064674F2-4E73-8998-0A30-9D7E15B9F374}" dt="2025-04-22T02:57:56.113" v="1" actId="20577"/>
          <ac:spMkLst>
            <pc:docMk/>
            <pc:sldMk cId="4292797107" sldId="290"/>
            <ac:spMk id="3" creationId="{DA9CCADF-8554-C19E-8FCB-2CE660E755A6}"/>
          </ac:spMkLst>
        </pc:spChg>
      </pc:sldChg>
    </pc:docChg>
  </pc:docChgLst>
  <pc:docChgLst>
    <pc:chgData name="Panchumarthi, Lovely Yeswanth" userId="S::lpanch2@emory.edu::81da301a-62f0-49d3-9049-9743b9f2d4ea" providerId="AD" clId="Web-{D7E9A358-EE8F-1046-8108-C81D6421144E}"/>
    <pc:docChg chg="addSld delSld modSld">
      <pc:chgData name="Panchumarthi, Lovely Yeswanth" userId="S::lpanch2@emory.edu::81da301a-62f0-49d3-9049-9743b9f2d4ea" providerId="AD" clId="Web-{D7E9A358-EE8F-1046-8108-C81D6421144E}" dt="2025-04-24T14:18:27.087" v="93"/>
      <pc:docMkLst>
        <pc:docMk/>
      </pc:docMkLst>
      <pc:sldChg chg="modSp">
        <pc:chgData name="Panchumarthi, Lovely Yeswanth" userId="S::lpanch2@emory.edu::81da301a-62f0-49d3-9049-9743b9f2d4ea" providerId="AD" clId="Web-{D7E9A358-EE8F-1046-8108-C81D6421144E}" dt="2025-04-24T14:03:22.723" v="92" actId="20577"/>
        <pc:sldMkLst>
          <pc:docMk/>
          <pc:sldMk cId="1701787540" sldId="265"/>
        </pc:sldMkLst>
        <pc:spChg chg="mod">
          <ac:chgData name="Panchumarthi, Lovely Yeswanth" userId="S::lpanch2@emory.edu::81da301a-62f0-49d3-9049-9743b9f2d4ea" providerId="AD" clId="Web-{D7E9A358-EE8F-1046-8108-C81D6421144E}" dt="2025-04-24T14:03:22.723" v="92" actId="20577"/>
          <ac:spMkLst>
            <pc:docMk/>
            <pc:sldMk cId="1701787540" sldId="265"/>
            <ac:spMk id="2" creationId="{ECF34468-3E39-76F0-E4CA-824FAFB78DFE}"/>
          </ac:spMkLst>
        </pc:spChg>
      </pc:sldChg>
      <pc:sldChg chg="modNotes">
        <pc:chgData name="Panchumarthi, Lovely Yeswanth" userId="S::lpanch2@emory.edu::81da301a-62f0-49d3-9049-9743b9f2d4ea" providerId="AD" clId="Web-{D7E9A358-EE8F-1046-8108-C81D6421144E}" dt="2025-04-24T12:34:12.086" v="49"/>
        <pc:sldMkLst>
          <pc:docMk/>
          <pc:sldMk cId="2477706877" sldId="284"/>
        </pc:sldMkLst>
      </pc:sldChg>
      <pc:sldChg chg="modNotes">
        <pc:chgData name="Panchumarthi, Lovely Yeswanth" userId="S::lpanch2@emory.edu::81da301a-62f0-49d3-9049-9743b9f2d4ea" providerId="AD" clId="Web-{D7E9A358-EE8F-1046-8108-C81D6421144E}" dt="2025-04-24T12:37:35.140" v="67"/>
        <pc:sldMkLst>
          <pc:docMk/>
          <pc:sldMk cId="1942187988" sldId="285"/>
        </pc:sldMkLst>
      </pc:sldChg>
      <pc:sldChg chg="modSp del">
        <pc:chgData name="Panchumarthi, Lovely Yeswanth" userId="S::lpanch2@emory.edu::81da301a-62f0-49d3-9049-9743b9f2d4ea" providerId="AD" clId="Web-{D7E9A358-EE8F-1046-8108-C81D6421144E}" dt="2025-04-24T12:30:06.187" v="27"/>
        <pc:sldMkLst>
          <pc:docMk/>
          <pc:sldMk cId="1445452083" sldId="286"/>
        </pc:sldMkLst>
        <pc:spChg chg="mod">
          <ac:chgData name="Panchumarthi, Lovely Yeswanth" userId="S::lpanch2@emory.edu::81da301a-62f0-49d3-9049-9743b9f2d4ea" providerId="AD" clId="Web-{D7E9A358-EE8F-1046-8108-C81D6421144E}" dt="2025-04-24T12:29:55.499" v="24" actId="20577"/>
          <ac:spMkLst>
            <pc:docMk/>
            <pc:sldMk cId="1445452083" sldId="286"/>
            <ac:spMk id="15" creationId="{8AE85D51-EBBA-56C0-7097-32C9094AB0CC}"/>
          </ac:spMkLst>
        </pc:spChg>
      </pc:sldChg>
      <pc:sldChg chg="addSp modSp modNotes">
        <pc:chgData name="Panchumarthi, Lovely Yeswanth" userId="S::lpanch2@emory.edu::81da301a-62f0-49d3-9049-9743b9f2d4ea" providerId="AD" clId="Web-{D7E9A358-EE8F-1046-8108-C81D6421144E}" dt="2025-04-24T14:02:14.019" v="86"/>
        <pc:sldMkLst>
          <pc:docMk/>
          <pc:sldMk cId="4292797107" sldId="290"/>
        </pc:sldMkLst>
        <pc:spChg chg="add mod">
          <ac:chgData name="Panchumarthi, Lovely Yeswanth" userId="S::lpanch2@emory.edu::81da301a-62f0-49d3-9049-9743b9f2d4ea" providerId="AD" clId="Web-{D7E9A358-EE8F-1046-8108-C81D6421144E}" dt="2025-04-24T13:20:22.281" v="79" actId="20577"/>
          <ac:spMkLst>
            <pc:docMk/>
            <pc:sldMk cId="4292797107" sldId="290"/>
            <ac:spMk id="4" creationId="{FD87FE4C-50AB-788C-DF8B-FCE9E2239A26}"/>
          </ac:spMkLst>
        </pc:spChg>
      </pc:sldChg>
      <pc:sldChg chg="addSp delSp modSp add replId modNotes">
        <pc:chgData name="Panchumarthi, Lovely Yeswanth" userId="S::lpanch2@emory.edu::81da301a-62f0-49d3-9049-9743b9f2d4ea" providerId="AD" clId="Web-{D7E9A358-EE8F-1046-8108-C81D6421144E}" dt="2025-04-24T14:18:27.087" v="93"/>
        <pc:sldMkLst>
          <pc:docMk/>
          <pc:sldMk cId="2318611785" sldId="302"/>
        </pc:sldMkLst>
        <pc:spChg chg="mod">
          <ac:chgData name="Panchumarthi, Lovely Yeswanth" userId="S::lpanch2@emory.edu::81da301a-62f0-49d3-9049-9743b9f2d4ea" providerId="AD" clId="Web-{D7E9A358-EE8F-1046-8108-C81D6421144E}" dt="2025-04-24T12:30:00.999" v="26" actId="20577"/>
          <ac:spMkLst>
            <pc:docMk/>
            <pc:sldMk cId="2318611785" sldId="302"/>
            <ac:spMk id="15" creationId="{13F02386-2DF5-C9EF-E950-75A0FB64F9F2}"/>
          </ac:spMkLst>
        </pc:spChg>
        <pc:spChg chg="mod">
          <ac:chgData name="Panchumarthi, Lovely Yeswanth" userId="S::lpanch2@emory.edu::81da301a-62f0-49d3-9049-9743b9f2d4ea" providerId="AD" clId="Web-{D7E9A358-EE8F-1046-8108-C81D6421144E}" dt="2025-04-24T12:29:40.670" v="23" actId="20577"/>
          <ac:spMkLst>
            <pc:docMk/>
            <pc:sldMk cId="2318611785" sldId="302"/>
            <ac:spMk id="21" creationId="{2F60733C-E02F-63A2-09B8-04A02277D743}"/>
          </ac:spMkLst>
        </pc:spChg>
        <pc:picChg chg="add mod">
          <ac:chgData name="Panchumarthi, Lovely Yeswanth" userId="S::lpanch2@emory.edu::81da301a-62f0-49d3-9049-9743b9f2d4ea" providerId="AD" clId="Web-{D7E9A358-EE8F-1046-8108-C81D6421144E}" dt="2025-04-24T12:24:41.269" v="5" actId="1076"/>
          <ac:picMkLst>
            <pc:docMk/>
            <pc:sldMk cId="2318611785" sldId="302"/>
            <ac:picMk id="2" creationId="{C8F5F236-4E8F-9C0D-0148-6C12B2E37E0F}"/>
          </ac:picMkLst>
        </pc:picChg>
        <pc:picChg chg="del">
          <ac:chgData name="Panchumarthi, Lovely Yeswanth" userId="S::lpanch2@emory.edu::81da301a-62f0-49d3-9049-9743b9f2d4ea" providerId="AD" clId="Web-{D7E9A358-EE8F-1046-8108-C81D6421144E}" dt="2025-04-24T12:24:32.628" v="1"/>
          <ac:picMkLst>
            <pc:docMk/>
            <pc:sldMk cId="2318611785" sldId="302"/>
            <ac:picMk id="6" creationId="{04B00268-CE8C-1F8E-57C0-4A525AF0BD91}"/>
          </ac:picMkLst>
        </pc:picChg>
      </pc:sldChg>
    </pc:docChg>
  </pc:docChgLst>
  <pc:docChgLst>
    <pc:chgData name="Dey, Sumon Kanti" userId="S::sdey26@emory.edu::d0b991bf-8a4d-4f4f-a0b7-8f19f709817b" providerId="AD" clId="Web-{E3D136CD-EC72-1C34-5828-DFACD73A2EDA}"/>
    <pc:docChg chg="addSld modSld sldOrd">
      <pc:chgData name="Dey, Sumon Kanti" userId="S::sdey26@emory.edu::d0b991bf-8a4d-4f4f-a0b7-8f19f709817b" providerId="AD" clId="Web-{E3D136CD-EC72-1C34-5828-DFACD73A2EDA}" dt="2025-04-22T02:58:06.658" v="22"/>
      <pc:docMkLst>
        <pc:docMk/>
      </pc:docMkLst>
      <pc:sldChg chg="ord">
        <pc:chgData name="Dey, Sumon Kanti" userId="S::sdey26@emory.edu::d0b991bf-8a4d-4f4f-a0b7-8f19f709817b" providerId="AD" clId="Web-{E3D136CD-EC72-1C34-5828-DFACD73A2EDA}" dt="2025-04-22T02:58:06.658" v="22"/>
        <pc:sldMkLst>
          <pc:docMk/>
          <pc:sldMk cId="1942187988" sldId="285"/>
        </pc:sldMkLst>
      </pc:sldChg>
      <pc:sldChg chg="modSp new">
        <pc:chgData name="Dey, Sumon Kanti" userId="S::sdey26@emory.edu::d0b991bf-8a4d-4f4f-a0b7-8f19f709817b" providerId="AD" clId="Web-{E3D136CD-EC72-1C34-5828-DFACD73A2EDA}" dt="2025-04-22T02:52:42.168" v="15" actId="20577"/>
        <pc:sldMkLst>
          <pc:docMk/>
          <pc:sldMk cId="1877744204" sldId="289"/>
        </pc:sldMkLst>
        <pc:spChg chg="mod">
          <ac:chgData name="Dey, Sumon Kanti" userId="S::sdey26@emory.edu::d0b991bf-8a4d-4f4f-a0b7-8f19f709817b" providerId="AD" clId="Web-{E3D136CD-EC72-1C34-5828-DFACD73A2EDA}" dt="2025-04-22T02:52:42.168" v="15" actId="20577"/>
          <ac:spMkLst>
            <pc:docMk/>
            <pc:sldMk cId="1877744204" sldId="289"/>
            <ac:spMk id="2" creationId="{9A12CDA2-63B2-8D4F-0980-0CDB33077DC1}"/>
          </ac:spMkLst>
        </pc:spChg>
      </pc:sldChg>
      <pc:sldChg chg="modSp new">
        <pc:chgData name="Dey, Sumon Kanti" userId="S::sdey26@emory.edu::d0b991bf-8a4d-4f4f-a0b7-8f19f709817b" providerId="AD" clId="Web-{E3D136CD-EC72-1C34-5828-DFACD73A2EDA}" dt="2025-04-22T02:56:42.028" v="21" actId="20577"/>
        <pc:sldMkLst>
          <pc:docMk/>
          <pc:sldMk cId="4292797107" sldId="290"/>
        </pc:sldMkLst>
        <pc:spChg chg="mod">
          <ac:chgData name="Dey, Sumon Kanti" userId="S::sdey26@emory.edu::d0b991bf-8a4d-4f4f-a0b7-8f19f709817b" providerId="AD" clId="Web-{E3D136CD-EC72-1C34-5828-DFACD73A2EDA}" dt="2025-04-22T02:56:42.028" v="21" actId="20577"/>
          <ac:spMkLst>
            <pc:docMk/>
            <pc:sldMk cId="4292797107" sldId="290"/>
            <ac:spMk id="2" creationId="{817E6588-1635-8F00-E3A9-B3750909CBCF}"/>
          </ac:spMkLst>
        </pc:spChg>
      </pc:sldChg>
    </pc:docChg>
  </pc:docChgLst>
  <pc:docChgLst>
    <pc:chgData name="Hassannia, Mohammad Sina" userId="S::mhasann@emory.edu::e31ae476-97a3-4c8a-9ab2-c74a0d1a08bb" providerId="AD" clId="Web-{1CC2A25E-5B9F-16F8-52DD-F2A2A86727AF}"/>
    <pc:docChg chg="modSld sldOrd">
      <pc:chgData name="Hassannia, Mohammad Sina" userId="S::mhasann@emory.edu::e31ae476-97a3-4c8a-9ab2-c74a0d1a08bb" providerId="AD" clId="Web-{1CC2A25E-5B9F-16F8-52DD-F2A2A86727AF}" dt="2025-04-23T16:06:15.040" v="2"/>
      <pc:docMkLst>
        <pc:docMk/>
      </pc:docMkLst>
      <pc:sldChg chg="addSp delSp mod setBg">
        <pc:chgData name="Hassannia, Mohammad Sina" userId="S::mhasann@emory.edu::e31ae476-97a3-4c8a-9ab2-c74a0d1a08bb" providerId="AD" clId="Web-{1CC2A25E-5B9F-16F8-52DD-F2A2A86727AF}" dt="2025-04-23T16:01:28.342" v="1"/>
        <pc:sldMkLst>
          <pc:docMk/>
          <pc:sldMk cId="1845389455" sldId="273"/>
        </pc:sldMkLst>
        <pc:spChg chg="add del">
          <ac:chgData name="Hassannia, Mohammad Sina" userId="S::mhasann@emory.edu::e31ae476-97a3-4c8a-9ab2-c74a0d1a08bb" providerId="AD" clId="Web-{1CC2A25E-5B9F-16F8-52DD-F2A2A86727AF}" dt="2025-04-23T16:01:28.342" v="1"/>
          <ac:spMkLst>
            <pc:docMk/>
            <pc:sldMk cId="1845389455" sldId="273"/>
            <ac:spMk id="3" creationId="{30CCCC31-905B-D9F0-8316-5F2776FF8E84}"/>
          </ac:spMkLst>
        </pc:spChg>
        <pc:spChg chg="add del">
          <ac:chgData name="Hassannia, Mohammad Sina" userId="S::mhasann@emory.edu::e31ae476-97a3-4c8a-9ab2-c74a0d1a08bb" providerId="AD" clId="Web-{1CC2A25E-5B9F-16F8-52DD-F2A2A86727AF}" dt="2025-04-23T16:01:28.342" v="1"/>
          <ac:spMkLst>
            <pc:docMk/>
            <pc:sldMk cId="1845389455" sldId="273"/>
            <ac:spMk id="9" creationId="{BACC6370-2D7E-4714-9D71-7542949D7D5D}"/>
          </ac:spMkLst>
        </pc:spChg>
        <pc:spChg chg="add del">
          <ac:chgData name="Hassannia, Mohammad Sina" userId="S::mhasann@emory.edu::e31ae476-97a3-4c8a-9ab2-c74a0d1a08bb" providerId="AD" clId="Web-{1CC2A25E-5B9F-16F8-52DD-F2A2A86727AF}" dt="2025-04-23T16:01:28.342" v="1"/>
          <ac:spMkLst>
            <pc:docMk/>
            <pc:sldMk cId="1845389455" sldId="273"/>
            <ac:spMk id="11" creationId="{F68B3F68-107C-434F-AA38-110D5EA91B85}"/>
          </ac:spMkLst>
        </pc:spChg>
        <pc:spChg chg="add del">
          <ac:chgData name="Hassannia, Mohammad Sina" userId="S::mhasann@emory.edu::e31ae476-97a3-4c8a-9ab2-c74a0d1a08bb" providerId="AD" clId="Web-{1CC2A25E-5B9F-16F8-52DD-F2A2A86727AF}" dt="2025-04-23T16:01:28.342" v="1"/>
          <ac:spMkLst>
            <pc:docMk/>
            <pc:sldMk cId="1845389455" sldId="273"/>
            <ac:spMk id="13" creationId="{AAD0DBB9-1A4B-4391-81D4-CB19F9AB918A}"/>
          </ac:spMkLst>
        </pc:spChg>
        <pc:spChg chg="add del">
          <ac:chgData name="Hassannia, Mohammad Sina" userId="S::mhasann@emory.edu::e31ae476-97a3-4c8a-9ab2-c74a0d1a08bb" providerId="AD" clId="Web-{1CC2A25E-5B9F-16F8-52DD-F2A2A86727AF}" dt="2025-04-23T16:01:28.342" v="1"/>
          <ac:spMkLst>
            <pc:docMk/>
            <pc:sldMk cId="1845389455" sldId="273"/>
            <ac:spMk id="15" creationId="{063BBA22-50EA-4C4D-BE05-F1CE4E63AA56}"/>
          </ac:spMkLst>
        </pc:spChg>
        <pc:graphicFrameChg chg="add del">
          <ac:chgData name="Hassannia, Mohammad Sina" userId="S::mhasann@emory.edu::e31ae476-97a3-4c8a-9ab2-c74a0d1a08bb" providerId="AD" clId="Web-{1CC2A25E-5B9F-16F8-52DD-F2A2A86727AF}" dt="2025-04-23T16:01:28.342" v="1"/>
          <ac:graphicFrameMkLst>
            <pc:docMk/>
            <pc:sldMk cId="1845389455" sldId="273"/>
            <ac:graphicFrameMk id="5" creationId="{BC991A6A-45B7-F00B-7D8F-7E4B22E73805}"/>
          </ac:graphicFrameMkLst>
        </pc:graphicFrameChg>
      </pc:sldChg>
      <pc:sldChg chg="ord">
        <pc:chgData name="Hassannia, Mohammad Sina" userId="S::mhasann@emory.edu::e31ae476-97a3-4c8a-9ab2-c74a0d1a08bb" providerId="AD" clId="Web-{1CC2A25E-5B9F-16F8-52DD-F2A2A86727AF}" dt="2025-04-23T16:06:15.040" v="2"/>
        <pc:sldMkLst>
          <pc:docMk/>
          <pc:sldMk cId="4292797107" sldId="290"/>
        </pc:sldMkLst>
      </pc:sldChg>
    </pc:docChg>
  </pc:docChgLst>
  <pc:docChgLst>
    <pc:chgData name="Panchumarthi, Lovely Yeswanth" userId="S::lpanch2@emory.edu::81da301a-62f0-49d3-9049-9743b9f2d4ea" providerId="AD" clId="Web-{660D8731-22BC-02F7-88AB-15AA22054FE5}"/>
    <pc:docChg chg="modSld">
      <pc:chgData name="Panchumarthi, Lovely Yeswanth" userId="S::lpanch2@emory.edu::81da301a-62f0-49d3-9049-9743b9f2d4ea" providerId="AD" clId="Web-{660D8731-22BC-02F7-88AB-15AA22054FE5}" dt="2025-04-24T04:18:40.332" v="3"/>
      <pc:docMkLst>
        <pc:docMk/>
      </pc:docMkLst>
      <pc:sldChg chg="modNotes">
        <pc:chgData name="Panchumarthi, Lovely Yeswanth" userId="S::lpanch2@emory.edu::81da301a-62f0-49d3-9049-9743b9f2d4ea" providerId="AD" clId="Web-{660D8731-22BC-02F7-88AB-15AA22054FE5}" dt="2025-04-24T04:18:40.332" v="3"/>
        <pc:sldMkLst>
          <pc:docMk/>
          <pc:sldMk cId="2477706877" sldId="284"/>
        </pc:sldMkLst>
      </pc:sldChg>
    </pc:docChg>
  </pc:docChgLst>
  <pc:docChgLst>
    <pc:chgData name="Hassannia, Mohammad Sina" userId="S::mhasann@emory.edu::e31ae476-97a3-4c8a-9ab2-c74a0d1a08bb" providerId="AD" clId="Web-{906E1293-64D7-6136-F26F-CEB469B1446D}"/>
    <pc:docChg chg="modSld">
      <pc:chgData name="Hassannia, Mohammad Sina" userId="S::mhasann@emory.edu::e31ae476-97a3-4c8a-9ab2-c74a0d1a08bb" providerId="AD" clId="Web-{906E1293-64D7-6136-F26F-CEB469B1446D}" dt="2025-04-24T13:46:20.915" v="44"/>
      <pc:docMkLst>
        <pc:docMk/>
      </pc:docMkLst>
      <pc:sldChg chg="modSp modNotes">
        <pc:chgData name="Hassannia, Mohammad Sina" userId="S::mhasann@emory.edu::e31ae476-97a3-4c8a-9ab2-c74a0d1a08bb" providerId="AD" clId="Web-{906E1293-64D7-6136-F26F-CEB469B1446D}" dt="2025-04-24T13:46:20.915" v="44"/>
        <pc:sldMkLst>
          <pc:docMk/>
          <pc:sldMk cId="1088050553" sldId="281"/>
        </pc:sldMkLst>
        <pc:spChg chg="mod">
          <ac:chgData name="Hassannia, Mohammad Sina" userId="S::mhasann@emory.edu::e31ae476-97a3-4c8a-9ab2-c74a0d1a08bb" providerId="AD" clId="Web-{906E1293-64D7-6136-F26F-CEB469B1446D}" dt="2025-04-24T13:40:59.924" v="38" actId="1076"/>
          <ac:spMkLst>
            <pc:docMk/>
            <pc:sldMk cId="1088050553" sldId="281"/>
            <ac:spMk id="12" creationId="{5D2CD8F6-F8BA-7213-C158-E8D155C639FE}"/>
          </ac:spMkLst>
        </pc:spChg>
        <pc:picChg chg="mod">
          <ac:chgData name="Hassannia, Mohammad Sina" userId="S::mhasann@emory.edu::e31ae476-97a3-4c8a-9ab2-c74a0d1a08bb" providerId="AD" clId="Web-{906E1293-64D7-6136-F26F-CEB469B1446D}" dt="2025-04-24T13:40:49.642" v="37"/>
          <ac:picMkLst>
            <pc:docMk/>
            <pc:sldMk cId="1088050553" sldId="281"/>
            <ac:picMk id="14" creationId="{8CE74BB4-1E99-E6E2-43CE-0FC2641AA556}"/>
          </ac:picMkLst>
        </pc:picChg>
      </pc:sldChg>
      <pc:sldChg chg="modSp">
        <pc:chgData name="Hassannia, Mohammad Sina" userId="S::mhasann@emory.edu::e31ae476-97a3-4c8a-9ab2-c74a0d1a08bb" providerId="AD" clId="Web-{906E1293-64D7-6136-F26F-CEB469B1446D}" dt="2025-04-24T11:55:04.121" v="13" actId="1076"/>
        <pc:sldMkLst>
          <pc:docMk/>
          <pc:sldMk cId="3856178376" sldId="288"/>
        </pc:sldMkLst>
        <pc:picChg chg="mod">
          <ac:chgData name="Hassannia, Mohammad Sina" userId="S::mhasann@emory.edu::e31ae476-97a3-4c8a-9ab2-c74a0d1a08bb" providerId="AD" clId="Web-{906E1293-64D7-6136-F26F-CEB469B1446D}" dt="2025-04-24T11:55:04.121" v="13" actId="1076"/>
          <ac:picMkLst>
            <pc:docMk/>
            <pc:sldMk cId="3856178376" sldId="288"/>
            <ac:picMk id="4" creationId="{E214CE37-7888-37DE-E857-6A3D25E7BBB6}"/>
          </ac:picMkLst>
        </pc:picChg>
      </pc:sldChg>
      <pc:sldChg chg="addSp delSp modSp">
        <pc:chgData name="Hassannia, Mohammad Sina" userId="S::mhasann@emory.edu::e31ae476-97a3-4c8a-9ab2-c74a0d1a08bb" providerId="AD" clId="Web-{906E1293-64D7-6136-F26F-CEB469B1446D}" dt="2025-04-24T12:00:04.346" v="35"/>
        <pc:sldMkLst>
          <pc:docMk/>
          <pc:sldMk cId="809190188" sldId="291"/>
        </pc:sldMkLst>
        <pc:spChg chg="del">
          <ac:chgData name="Hassannia, Mohammad Sina" userId="S::mhasann@emory.edu::e31ae476-97a3-4c8a-9ab2-c74a0d1a08bb" providerId="AD" clId="Web-{906E1293-64D7-6136-F26F-CEB469B1446D}" dt="2025-04-24T12:00:04.346" v="35"/>
          <ac:spMkLst>
            <pc:docMk/>
            <pc:sldMk cId="809190188" sldId="291"/>
            <ac:spMk id="4" creationId="{07AD9915-EF70-1858-20FC-C09C594A67A6}"/>
          </ac:spMkLst>
        </pc:spChg>
        <pc:spChg chg="mod">
          <ac:chgData name="Hassannia, Mohammad Sina" userId="S::mhasann@emory.edu::e31ae476-97a3-4c8a-9ab2-c74a0d1a08bb" providerId="AD" clId="Web-{906E1293-64D7-6136-F26F-CEB469B1446D}" dt="2025-04-24T11:59:57.877" v="34" actId="20577"/>
          <ac:spMkLst>
            <pc:docMk/>
            <pc:sldMk cId="809190188" sldId="291"/>
            <ac:spMk id="17" creationId="{67380A0E-1951-7BDE-B428-A0DD5A9A0C16}"/>
          </ac:spMkLst>
        </pc:spChg>
        <pc:spChg chg="mod">
          <ac:chgData name="Hassannia, Mohammad Sina" userId="S::mhasann@emory.edu::e31ae476-97a3-4c8a-9ab2-c74a0d1a08bb" providerId="AD" clId="Web-{906E1293-64D7-6136-F26F-CEB469B1446D}" dt="2025-04-24T11:59:02.048" v="17" actId="1076"/>
          <ac:spMkLst>
            <pc:docMk/>
            <pc:sldMk cId="809190188" sldId="291"/>
            <ac:spMk id="19" creationId="{B439F78D-4EB2-B83A-77E1-69B91CC43797}"/>
          </ac:spMkLst>
        </pc:spChg>
        <pc:picChg chg="add mod">
          <ac:chgData name="Hassannia, Mohammad Sina" userId="S::mhasann@emory.edu::e31ae476-97a3-4c8a-9ab2-c74a0d1a08bb" providerId="AD" clId="Web-{906E1293-64D7-6136-F26F-CEB469B1446D}" dt="2025-04-24T11:59:12.501" v="20" actId="1076"/>
          <ac:picMkLst>
            <pc:docMk/>
            <pc:sldMk cId="809190188" sldId="291"/>
            <ac:picMk id="3" creationId="{33C04271-0264-54BD-26EA-1B1263B8DF0D}"/>
          </ac:picMkLst>
        </pc:picChg>
        <pc:picChg chg="del">
          <ac:chgData name="Hassannia, Mohammad Sina" userId="S::mhasann@emory.edu::e31ae476-97a3-4c8a-9ab2-c74a0d1a08bb" providerId="AD" clId="Web-{906E1293-64D7-6136-F26F-CEB469B1446D}" dt="2025-04-24T11:58:57.845" v="16"/>
          <ac:picMkLst>
            <pc:docMk/>
            <pc:sldMk cId="809190188" sldId="291"/>
            <ac:picMk id="16" creationId="{EE8783EF-82A8-362C-9D2A-190E2F7EE572}"/>
          </ac:picMkLst>
        </pc:picChg>
      </pc:sldChg>
      <pc:sldChg chg="modSp">
        <pc:chgData name="Hassannia, Mohammad Sina" userId="S::mhasann@emory.edu::e31ae476-97a3-4c8a-9ab2-c74a0d1a08bb" providerId="AD" clId="Web-{906E1293-64D7-6136-F26F-CEB469B1446D}" dt="2025-04-24T11:56:18.951" v="15" actId="20577"/>
        <pc:sldMkLst>
          <pc:docMk/>
          <pc:sldMk cId="2844726525" sldId="299"/>
        </pc:sldMkLst>
        <pc:spChg chg="mod">
          <ac:chgData name="Hassannia, Mohammad Sina" userId="S::mhasann@emory.edu::e31ae476-97a3-4c8a-9ab2-c74a0d1a08bb" providerId="AD" clId="Web-{906E1293-64D7-6136-F26F-CEB469B1446D}" dt="2025-04-24T11:56:18.951" v="15" actId="20577"/>
          <ac:spMkLst>
            <pc:docMk/>
            <pc:sldMk cId="2844726525" sldId="299"/>
            <ac:spMk id="13" creationId="{07CB1484-13FC-B210-DFAF-55EB444F6BEB}"/>
          </ac:spMkLst>
        </pc:spChg>
        <pc:spChg chg="mod">
          <ac:chgData name="Hassannia, Mohammad Sina" userId="S::mhasann@emory.edu::e31ae476-97a3-4c8a-9ab2-c74a0d1a08bb" providerId="AD" clId="Web-{906E1293-64D7-6136-F26F-CEB469B1446D}" dt="2025-04-24T11:30:32.581" v="8" actId="14100"/>
          <ac:spMkLst>
            <pc:docMk/>
            <pc:sldMk cId="2844726525" sldId="299"/>
            <ac:spMk id="19" creationId="{A7C3D7FD-1167-E457-FDC7-D0C590859F19}"/>
          </ac:spMkLst>
        </pc:spChg>
        <pc:picChg chg="mod">
          <ac:chgData name="Hassannia, Mohammad Sina" userId="S::mhasann@emory.edu::e31ae476-97a3-4c8a-9ab2-c74a0d1a08bb" providerId="AD" clId="Web-{906E1293-64D7-6136-F26F-CEB469B1446D}" dt="2025-04-24T11:30:10.673" v="3" actId="1076"/>
          <ac:picMkLst>
            <pc:docMk/>
            <pc:sldMk cId="2844726525" sldId="299"/>
            <ac:picMk id="6" creationId="{BCF6E0C1-2624-73BD-E52A-E51BB4B2C5F1}"/>
          </ac:picMkLst>
        </pc:picChg>
      </pc:sldChg>
    </pc:docChg>
  </pc:docChgLst>
  <pc:docChgLst>
    <pc:chgData name="Panchumarthi, Lovely Yeswanth" userId="S::lpanch2@emory.edu::81da301a-62f0-49d3-9049-9743b9f2d4ea" providerId="AD" clId="Web-{CEAAA689-CDFB-A27F-199C-EE44EE14951C}"/>
    <pc:docChg chg="modSld">
      <pc:chgData name="Panchumarthi, Lovely Yeswanth" userId="S::lpanch2@emory.edu::81da301a-62f0-49d3-9049-9743b9f2d4ea" providerId="AD" clId="Web-{CEAAA689-CDFB-A27F-199C-EE44EE14951C}" dt="2025-04-24T02:03:03.410" v="9" actId="20577"/>
      <pc:docMkLst>
        <pc:docMk/>
      </pc:docMkLst>
      <pc:sldChg chg="modSp">
        <pc:chgData name="Panchumarthi, Lovely Yeswanth" userId="S::lpanch2@emory.edu::81da301a-62f0-49d3-9049-9743b9f2d4ea" providerId="AD" clId="Web-{CEAAA689-CDFB-A27F-199C-EE44EE14951C}" dt="2025-04-24T02:03:03.410" v="9" actId="20577"/>
        <pc:sldMkLst>
          <pc:docMk/>
          <pc:sldMk cId="278311178" sldId="279"/>
        </pc:sldMkLst>
        <pc:spChg chg="mod">
          <ac:chgData name="Panchumarthi, Lovely Yeswanth" userId="S::lpanch2@emory.edu::81da301a-62f0-49d3-9049-9743b9f2d4ea" providerId="AD" clId="Web-{CEAAA689-CDFB-A27F-199C-EE44EE14951C}" dt="2025-04-24T02:03:03.410" v="9" actId="20577"/>
          <ac:spMkLst>
            <pc:docMk/>
            <pc:sldMk cId="278311178" sldId="279"/>
            <ac:spMk id="13" creationId="{9C5725B7-59F8-748F-49A7-A60244A33ED8}"/>
          </ac:spMkLst>
        </pc:spChg>
      </pc:sldChg>
    </pc:docChg>
  </pc:docChgLst>
  <pc:docChgLst>
    <pc:chgData name="Dey, Sumon Kanti" userId="S::sdey26@emory.edu::d0b991bf-8a4d-4f4f-a0b7-8f19f709817b" providerId="AD" clId="Web-{16DE8D2A-6E1D-FC1E-FE01-A0E260236792}"/>
    <pc:docChg chg="modSld">
      <pc:chgData name="Dey, Sumon Kanti" userId="S::sdey26@emory.edu::d0b991bf-8a4d-4f4f-a0b7-8f19f709817b" providerId="AD" clId="Web-{16DE8D2A-6E1D-FC1E-FE01-A0E260236792}" dt="2025-04-30T18:54:57.002" v="35" actId="1076"/>
      <pc:docMkLst>
        <pc:docMk/>
      </pc:docMkLst>
      <pc:sldChg chg="modSp">
        <pc:chgData name="Dey, Sumon Kanti" userId="S::sdey26@emory.edu::d0b991bf-8a4d-4f4f-a0b7-8f19f709817b" providerId="AD" clId="Web-{16DE8D2A-6E1D-FC1E-FE01-A0E260236792}" dt="2025-04-30T18:54:57.002" v="35" actId="1076"/>
        <pc:sldMkLst>
          <pc:docMk/>
          <pc:sldMk cId="735264327" sldId="280"/>
        </pc:sldMkLst>
        <pc:spChg chg="mod">
          <ac:chgData name="Dey, Sumon Kanti" userId="S::sdey26@emory.edu::d0b991bf-8a4d-4f4f-a0b7-8f19f709817b" providerId="AD" clId="Web-{16DE8D2A-6E1D-FC1E-FE01-A0E260236792}" dt="2025-04-30T18:54:35.955" v="33" actId="20577"/>
          <ac:spMkLst>
            <pc:docMk/>
            <pc:sldMk cId="735264327" sldId="280"/>
            <ac:spMk id="21" creationId="{A71EED0A-05D5-D7FC-D4B0-CC4479AB5025}"/>
          </ac:spMkLst>
        </pc:spChg>
        <pc:picChg chg="mod">
          <ac:chgData name="Dey, Sumon Kanti" userId="S::sdey26@emory.edu::d0b991bf-8a4d-4f4f-a0b7-8f19f709817b" providerId="AD" clId="Web-{16DE8D2A-6E1D-FC1E-FE01-A0E260236792}" dt="2025-04-30T18:54:57.002" v="35" actId="1076"/>
          <ac:picMkLst>
            <pc:docMk/>
            <pc:sldMk cId="735264327" sldId="280"/>
            <ac:picMk id="6" creationId="{B455F7AF-3972-C694-3E71-B2631E827C5A}"/>
          </ac:picMkLst>
        </pc:picChg>
      </pc:sldChg>
    </pc:docChg>
  </pc:docChgLst>
  <pc:docChgLst>
    <pc:chgData name="Dey, Sumon Kanti" userId="S::sdey26@emory.edu::d0b991bf-8a4d-4f4f-a0b7-8f19f709817b" providerId="AD" clId="Web-{65B02A44-FE16-D890-4A7C-D3D6C38EF59C}"/>
    <pc:docChg chg="addSld delSld modSld sldOrd">
      <pc:chgData name="Dey, Sumon Kanti" userId="S::sdey26@emory.edu::d0b991bf-8a4d-4f4f-a0b7-8f19f709817b" providerId="AD" clId="Web-{65B02A44-FE16-D890-4A7C-D3D6C38EF59C}" dt="2025-04-24T00:19:16.529" v="618" actId="20577"/>
      <pc:docMkLst>
        <pc:docMk/>
      </pc:docMkLst>
      <pc:sldChg chg="addSp delSp modSp">
        <pc:chgData name="Dey, Sumon Kanti" userId="S::sdey26@emory.edu::d0b991bf-8a4d-4f4f-a0b7-8f19f709817b" providerId="AD" clId="Web-{65B02A44-FE16-D890-4A7C-D3D6C38EF59C}" dt="2025-04-24T00:10:36.297" v="519" actId="20577"/>
        <pc:sldMkLst>
          <pc:docMk/>
          <pc:sldMk cId="735264327" sldId="280"/>
        </pc:sldMkLst>
        <pc:spChg chg="add del">
          <ac:chgData name="Dey, Sumon Kanti" userId="S::sdey26@emory.edu::d0b991bf-8a4d-4f4f-a0b7-8f19f709817b" providerId="AD" clId="Web-{65B02A44-FE16-D890-4A7C-D3D6C38EF59C}" dt="2025-04-24T00:08:39.106" v="506"/>
          <ac:spMkLst>
            <pc:docMk/>
            <pc:sldMk cId="735264327" sldId="280"/>
            <ac:spMk id="13" creationId="{93301B9D-80B1-F361-C7C1-ECF6DFF4D724}"/>
          </ac:spMkLst>
        </pc:spChg>
        <pc:spChg chg="mod">
          <ac:chgData name="Dey, Sumon Kanti" userId="S::sdey26@emory.edu::d0b991bf-8a4d-4f4f-a0b7-8f19f709817b" providerId="AD" clId="Web-{65B02A44-FE16-D890-4A7C-D3D6C38EF59C}" dt="2025-04-24T00:05:48.571" v="432" actId="14100"/>
          <ac:spMkLst>
            <pc:docMk/>
            <pc:sldMk cId="735264327" sldId="280"/>
            <ac:spMk id="15" creationId="{55712A01-7E06-0C84-30C1-C120A602571D}"/>
          </ac:spMkLst>
        </pc:spChg>
        <pc:spChg chg="mod">
          <ac:chgData name="Dey, Sumon Kanti" userId="S::sdey26@emory.edu::d0b991bf-8a4d-4f4f-a0b7-8f19f709817b" providerId="AD" clId="Web-{65B02A44-FE16-D890-4A7C-D3D6C38EF59C}" dt="2025-04-24T00:10:36.297" v="519" actId="20577"/>
          <ac:spMkLst>
            <pc:docMk/>
            <pc:sldMk cId="735264327" sldId="280"/>
            <ac:spMk id="21" creationId="{A71EED0A-05D5-D7FC-D4B0-CC4479AB5025}"/>
          </ac:spMkLst>
        </pc:spChg>
        <pc:picChg chg="mod ord modCrop">
          <ac:chgData name="Dey, Sumon Kanti" userId="S::sdey26@emory.edu::d0b991bf-8a4d-4f4f-a0b7-8f19f709817b" providerId="AD" clId="Web-{65B02A44-FE16-D890-4A7C-D3D6C38EF59C}" dt="2025-04-24T00:09:02.013" v="507"/>
          <ac:picMkLst>
            <pc:docMk/>
            <pc:sldMk cId="735264327" sldId="280"/>
            <ac:picMk id="6" creationId="{B455F7AF-3972-C694-3E71-B2631E827C5A}"/>
          </ac:picMkLst>
        </pc:picChg>
      </pc:sldChg>
      <pc:sldChg chg="modSp">
        <pc:chgData name="Dey, Sumon Kanti" userId="S::sdey26@emory.edu::d0b991bf-8a4d-4f4f-a0b7-8f19f709817b" providerId="AD" clId="Web-{65B02A44-FE16-D890-4A7C-D3D6C38EF59C}" dt="2025-04-23T23:54:33.304" v="320"/>
        <pc:sldMkLst>
          <pc:docMk/>
          <pc:sldMk cId="1088050553" sldId="281"/>
        </pc:sldMkLst>
        <pc:spChg chg="mod">
          <ac:chgData name="Dey, Sumon Kanti" userId="S::sdey26@emory.edu::d0b991bf-8a4d-4f4f-a0b7-8f19f709817b" providerId="AD" clId="Web-{65B02A44-FE16-D890-4A7C-D3D6C38EF59C}" dt="2025-04-23T23:49:37.578" v="260" actId="20577"/>
          <ac:spMkLst>
            <pc:docMk/>
            <pc:sldMk cId="1088050553" sldId="281"/>
            <ac:spMk id="13" creationId="{CA55EDB8-4B36-F816-3CE3-B8974A735B18}"/>
          </ac:spMkLst>
        </pc:spChg>
        <pc:spChg chg="mod">
          <ac:chgData name="Dey, Sumon Kanti" userId="S::sdey26@emory.edu::d0b991bf-8a4d-4f4f-a0b7-8f19f709817b" providerId="AD" clId="Web-{65B02A44-FE16-D890-4A7C-D3D6C38EF59C}" dt="2025-04-23T23:45:21.743" v="217" actId="14100"/>
          <ac:spMkLst>
            <pc:docMk/>
            <pc:sldMk cId="1088050553" sldId="281"/>
            <ac:spMk id="19" creationId="{7394EEAC-ED78-9FE0-A6C0-337FA66DCAB7}"/>
          </ac:spMkLst>
        </pc:spChg>
        <pc:picChg chg="mod">
          <ac:chgData name="Dey, Sumon Kanti" userId="S::sdey26@emory.edu::d0b991bf-8a4d-4f4f-a0b7-8f19f709817b" providerId="AD" clId="Web-{65B02A44-FE16-D890-4A7C-D3D6C38EF59C}" dt="2025-04-23T23:54:33.210" v="319"/>
          <ac:picMkLst>
            <pc:docMk/>
            <pc:sldMk cId="1088050553" sldId="281"/>
            <ac:picMk id="3" creationId="{FB7B032A-27A6-FDB9-2DB7-07B0481A0482}"/>
          </ac:picMkLst>
        </pc:picChg>
        <pc:picChg chg="mod">
          <ac:chgData name="Dey, Sumon Kanti" userId="S::sdey26@emory.edu::d0b991bf-8a4d-4f4f-a0b7-8f19f709817b" providerId="AD" clId="Web-{65B02A44-FE16-D890-4A7C-D3D6C38EF59C}" dt="2025-04-23T23:54:33.304" v="320"/>
          <ac:picMkLst>
            <pc:docMk/>
            <pc:sldMk cId="1088050553" sldId="281"/>
            <ac:picMk id="4" creationId="{15C7607B-5862-337C-25B1-736A57EFF286}"/>
          </ac:picMkLst>
        </pc:picChg>
      </pc:sldChg>
      <pc:sldChg chg="modSp">
        <pc:chgData name="Dey, Sumon Kanti" userId="S::sdey26@emory.edu::d0b991bf-8a4d-4f4f-a0b7-8f19f709817b" providerId="AD" clId="Web-{65B02A44-FE16-D890-4A7C-D3D6C38EF59C}" dt="2025-04-23T23:54:16.397" v="318"/>
        <pc:sldMkLst>
          <pc:docMk/>
          <pc:sldMk cId="2863739839" sldId="283"/>
        </pc:sldMkLst>
        <pc:spChg chg="mod">
          <ac:chgData name="Dey, Sumon Kanti" userId="S::sdey26@emory.edu::d0b991bf-8a4d-4f4f-a0b7-8f19f709817b" providerId="AD" clId="Web-{65B02A44-FE16-D890-4A7C-D3D6C38EF59C}" dt="2025-04-23T23:53:09.474" v="307" actId="1076"/>
          <ac:spMkLst>
            <pc:docMk/>
            <pc:sldMk cId="2863739839" sldId="283"/>
            <ac:spMk id="13" creationId="{563414BA-6C84-6C8D-9CDF-F3F8675E5617}"/>
          </ac:spMkLst>
        </pc:spChg>
        <pc:spChg chg="mod">
          <ac:chgData name="Dey, Sumon Kanti" userId="S::sdey26@emory.edu::d0b991bf-8a4d-4f4f-a0b7-8f19f709817b" providerId="AD" clId="Web-{65B02A44-FE16-D890-4A7C-D3D6C38EF59C}" dt="2025-04-23T23:51:30.127" v="279" actId="14100"/>
          <ac:spMkLst>
            <pc:docMk/>
            <pc:sldMk cId="2863739839" sldId="283"/>
            <ac:spMk id="19" creationId="{8640C629-5A96-185B-4DEB-83BCE1AC1F49}"/>
          </ac:spMkLst>
        </pc:spChg>
        <pc:picChg chg="mod">
          <ac:chgData name="Dey, Sumon Kanti" userId="S::sdey26@emory.edu::d0b991bf-8a4d-4f4f-a0b7-8f19f709817b" providerId="AD" clId="Web-{65B02A44-FE16-D890-4A7C-D3D6C38EF59C}" dt="2025-04-23T23:54:16.397" v="318"/>
          <ac:picMkLst>
            <pc:docMk/>
            <pc:sldMk cId="2863739839" sldId="283"/>
            <ac:picMk id="20" creationId="{6446FE08-3521-BC74-A455-CC69E4740D94}"/>
          </ac:picMkLst>
        </pc:picChg>
        <pc:picChg chg="mod">
          <ac:chgData name="Dey, Sumon Kanti" userId="S::sdey26@emory.edu::d0b991bf-8a4d-4f4f-a0b7-8f19f709817b" providerId="AD" clId="Web-{65B02A44-FE16-D890-4A7C-D3D6C38EF59C}" dt="2025-04-23T23:54:10.569" v="317"/>
          <ac:picMkLst>
            <pc:docMk/>
            <pc:sldMk cId="2863739839" sldId="283"/>
            <ac:picMk id="21" creationId="{ECEA1953-CC72-EE8E-A705-C0A61635298E}"/>
          </ac:picMkLst>
        </pc:picChg>
      </pc:sldChg>
      <pc:sldChg chg="modSp">
        <pc:chgData name="Dey, Sumon Kanti" userId="S::sdey26@emory.edu::d0b991bf-8a4d-4f4f-a0b7-8f19f709817b" providerId="AD" clId="Web-{65B02A44-FE16-D890-4A7C-D3D6C38EF59C}" dt="2025-04-23T23:57:30.449" v="348" actId="1076"/>
        <pc:sldMkLst>
          <pc:docMk/>
          <pc:sldMk cId="2477706877" sldId="284"/>
        </pc:sldMkLst>
        <pc:spChg chg="mod">
          <ac:chgData name="Dey, Sumon Kanti" userId="S::sdey26@emory.edu::d0b991bf-8a4d-4f4f-a0b7-8f19f709817b" providerId="AD" clId="Web-{65B02A44-FE16-D890-4A7C-D3D6C38EF59C}" dt="2025-04-23T23:57:30.449" v="348" actId="1076"/>
          <ac:spMkLst>
            <pc:docMk/>
            <pc:sldMk cId="2477706877" sldId="284"/>
            <ac:spMk id="13" creationId="{49DEDEAF-6C2E-77F5-D37D-E4D20697B18F}"/>
          </ac:spMkLst>
        </pc:spChg>
        <pc:spChg chg="mod">
          <ac:chgData name="Dey, Sumon Kanti" userId="S::sdey26@emory.edu::d0b991bf-8a4d-4f4f-a0b7-8f19f709817b" providerId="AD" clId="Web-{65B02A44-FE16-D890-4A7C-D3D6C38EF59C}" dt="2025-04-23T23:55:00.570" v="322" actId="14100"/>
          <ac:spMkLst>
            <pc:docMk/>
            <pc:sldMk cId="2477706877" sldId="284"/>
            <ac:spMk id="19" creationId="{08CA9FA3-3562-5162-D066-42B323B5E013}"/>
          </ac:spMkLst>
        </pc:spChg>
        <pc:picChg chg="mod">
          <ac:chgData name="Dey, Sumon Kanti" userId="S::sdey26@emory.edu::d0b991bf-8a4d-4f4f-a0b7-8f19f709817b" providerId="AD" clId="Web-{65B02A44-FE16-D890-4A7C-D3D6C38EF59C}" dt="2025-04-23T23:57:21.386" v="347" actId="1076"/>
          <ac:picMkLst>
            <pc:docMk/>
            <pc:sldMk cId="2477706877" sldId="284"/>
            <ac:picMk id="6" creationId="{8787CAA0-CB44-364F-7211-BD7716BF22B7}"/>
          </ac:picMkLst>
        </pc:picChg>
      </pc:sldChg>
      <pc:sldChg chg="modSp">
        <pc:chgData name="Dey, Sumon Kanti" userId="S::sdey26@emory.edu::d0b991bf-8a4d-4f4f-a0b7-8f19f709817b" providerId="AD" clId="Web-{65B02A44-FE16-D890-4A7C-D3D6C38EF59C}" dt="2025-04-23T23:59:46.984" v="373" actId="14100"/>
        <pc:sldMkLst>
          <pc:docMk/>
          <pc:sldMk cId="1942187988" sldId="285"/>
        </pc:sldMkLst>
        <pc:spChg chg="mod">
          <ac:chgData name="Dey, Sumon Kanti" userId="S::sdey26@emory.edu::d0b991bf-8a4d-4f4f-a0b7-8f19f709817b" providerId="AD" clId="Web-{65B02A44-FE16-D890-4A7C-D3D6C38EF59C}" dt="2025-04-23T23:59:46.984" v="373" actId="14100"/>
          <ac:spMkLst>
            <pc:docMk/>
            <pc:sldMk cId="1942187988" sldId="285"/>
            <ac:spMk id="13" creationId="{FD87DE4C-99E4-385E-84FF-5D926EA639C8}"/>
          </ac:spMkLst>
        </pc:spChg>
        <pc:picChg chg="mod">
          <ac:chgData name="Dey, Sumon Kanti" userId="S::sdey26@emory.edu::d0b991bf-8a4d-4f4f-a0b7-8f19f709817b" providerId="AD" clId="Web-{65B02A44-FE16-D890-4A7C-D3D6C38EF59C}" dt="2025-04-23T23:59:41.484" v="372" actId="1076"/>
          <ac:picMkLst>
            <pc:docMk/>
            <pc:sldMk cId="1942187988" sldId="285"/>
            <ac:picMk id="3" creationId="{CC8E3AC7-B0B3-AA84-10E9-F302A8A9BA84}"/>
          </ac:picMkLst>
        </pc:picChg>
      </pc:sldChg>
      <pc:sldChg chg="modSp">
        <pc:chgData name="Dey, Sumon Kanti" userId="S::sdey26@emory.edu::d0b991bf-8a4d-4f4f-a0b7-8f19f709817b" providerId="AD" clId="Web-{65B02A44-FE16-D890-4A7C-D3D6C38EF59C}" dt="2025-04-24T00:19:16.529" v="618" actId="20577"/>
        <pc:sldMkLst>
          <pc:docMk/>
          <pc:sldMk cId="1445452083" sldId="286"/>
        </pc:sldMkLst>
        <pc:spChg chg="mod">
          <ac:chgData name="Dey, Sumon Kanti" userId="S::sdey26@emory.edu::d0b991bf-8a4d-4f4f-a0b7-8f19f709817b" providerId="AD" clId="Web-{65B02A44-FE16-D890-4A7C-D3D6C38EF59C}" dt="2025-04-24T00:19:16.529" v="618" actId="20577"/>
          <ac:spMkLst>
            <pc:docMk/>
            <pc:sldMk cId="1445452083" sldId="286"/>
            <ac:spMk id="32" creationId="{C974B14A-8CC9-2AC2-7219-909B3C43BD3E}"/>
          </ac:spMkLst>
        </pc:spChg>
      </pc:sldChg>
      <pc:sldChg chg="modSp">
        <pc:chgData name="Dey, Sumon Kanti" userId="S::sdey26@emory.edu::d0b991bf-8a4d-4f4f-a0b7-8f19f709817b" providerId="AD" clId="Web-{65B02A44-FE16-D890-4A7C-D3D6C38EF59C}" dt="2025-04-24T00:18:41.934" v="559" actId="20577"/>
        <pc:sldMkLst>
          <pc:docMk/>
          <pc:sldMk cId="1877744204" sldId="289"/>
        </pc:sldMkLst>
        <pc:spChg chg="mod">
          <ac:chgData name="Dey, Sumon Kanti" userId="S::sdey26@emory.edu::d0b991bf-8a4d-4f4f-a0b7-8f19f709817b" providerId="AD" clId="Web-{65B02A44-FE16-D890-4A7C-D3D6C38EF59C}" dt="2025-04-24T00:18:41.934" v="559" actId="20577"/>
          <ac:spMkLst>
            <pc:docMk/>
            <pc:sldMk cId="1877744204" sldId="289"/>
            <ac:spMk id="3" creationId="{21CB9BDE-D946-6069-498B-5AF4272C05F6}"/>
          </ac:spMkLst>
        </pc:spChg>
      </pc:sldChg>
      <pc:sldChg chg="modSp">
        <pc:chgData name="Dey, Sumon Kanti" userId="S::sdey26@emory.edu::d0b991bf-8a4d-4f4f-a0b7-8f19f709817b" providerId="AD" clId="Web-{65B02A44-FE16-D890-4A7C-D3D6C38EF59C}" dt="2025-04-24T00:04:37.116" v="415" actId="1076"/>
        <pc:sldMkLst>
          <pc:docMk/>
          <pc:sldMk cId="4292797107" sldId="290"/>
        </pc:sldMkLst>
        <pc:spChg chg="mod">
          <ac:chgData name="Dey, Sumon Kanti" userId="S::sdey26@emory.edu::d0b991bf-8a4d-4f4f-a0b7-8f19f709817b" providerId="AD" clId="Web-{65B02A44-FE16-D890-4A7C-D3D6C38EF59C}" dt="2025-04-24T00:03:18.833" v="407" actId="20577"/>
          <ac:spMkLst>
            <pc:docMk/>
            <pc:sldMk cId="4292797107" sldId="290"/>
            <ac:spMk id="2" creationId="{817E6588-1635-8F00-E3A9-B3750909CBCF}"/>
          </ac:spMkLst>
        </pc:spChg>
        <pc:spChg chg="mod">
          <ac:chgData name="Dey, Sumon Kanti" userId="S::sdey26@emory.edu::d0b991bf-8a4d-4f4f-a0b7-8f19f709817b" providerId="AD" clId="Web-{65B02A44-FE16-D890-4A7C-D3D6C38EF59C}" dt="2025-04-24T00:04:37.116" v="415" actId="1076"/>
          <ac:spMkLst>
            <pc:docMk/>
            <pc:sldMk cId="4292797107" sldId="290"/>
            <ac:spMk id="3" creationId="{DA9CCADF-8554-C19E-8FCB-2CE660E755A6}"/>
          </ac:spMkLst>
        </pc:spChg>
        <pc:picChg chg="mod">
          <ac:chgData name="Dey, Sumon Kanti" userId="S::sdey26@emory.edu::d0b991bf-8a4d-4f4f-a0b7-8f19f709817b" providerId="AD" clId="Web-{65B02A44-FE16-D890-4A7C-D3D6C38EF59C}" dt="2025-04-24T00:04:29.460" v="414" actId="1076"/>
          <ac:picMkLst>
            <pc:docMk/>
            <pc:sldMk cId="4292797107" sldId="290"/>
            <ac:picMk id="5" creationId="{A598F2AC-3D75-A857-E1D0-D8C20B754DF4}"/>
          </ac:picMkLst>
        </pc:picChg>
      </pc:sldChg>
      <pc:sldChg chg="modSp">
        <pc:chgData name="Dey, Sumon Kanti" userId="S::sdey26@emory.edu::d0b991bf-8a4d-4f4f-a0b7-8f19f709817b" providerId="AD" clId="Web-{65B02A44-FE16-D890-4A7C-D3D6C38EF59C}" dt="2025-04-24T00:01:48.096" v="395" actId="1076"/>
        <pc:sldMkLst>
          <pc:docMk/>
          <pc:sldMk cId="809190188" sldId="291"/>
        </pc:sldMkLst>
        <pc:spChg chg="mod">
          <ac:chgData name="Dey, Sumon Kanti" userId="S::sdey26@emory.edu::d0b991bf-8a4d-4f4f-a0b7-8f19f709817b" providerId="AD" clId="Web-{65B02A44-FE16-D890-4A7C-D3D6C38EF59C}" dt="2025-04-24T00:01:37.299" v="390" actId="14100"/>
          <ac:spMkLst>
            <pc:docMk/>
            <pc:sldMk cId="809190188" sldId="291"/>
            <ac:spMk id="13" creationId="{F4BFD842-47DB-B8A6-7C5B-DAB4A5DAA897}"/>
          </ac:spMkLst>
        </pc:spChg>
        <pc:spChg chg="mod">
          <ac:chgData name="Dey, Sumon Kanti" userId="S::sdey26@emory.edu::d0b991bf-8a4d-4f4f-a0b7-8f19f709817b" providerId="AD" clId="Web-{65B02A44-FE16-D890-4A7C-D3D6C38EF59C}" dt="2025-04-24T00:01:03.907" v="382" actId="14100"/>
          <ac:spMkLst>
            <pc:docMk/>
            <pc:sldMk cId="809190188" sldId="291"/>
            <ac:spMk id="19" creationId="{B439F78D-4EB2-B83A-77E1-69B91CC43797}"/>
          </ac:spMkLst>
        </pc:spChg>
        <pc:picChg chg="mod">
          <ac:chgData name="Dey, Sumon Kanti" userId="S::sdey26@emory.edu::d0b991bf-8a4d-4f4f-a0b7-8f19f709817b" providerId="AD" clId="Web-{65B02A44-FE16-D890-4A7C-D3D6C38EF59C}" dt="2025-04-24T00:01:48.096" v="395" actId="1076"/>
          <ac:picMkLst>
            <pc:docMk/>
            <pc:sldMk cId="809190188" sldId="291"/>
            <ac:picMk id="6" creationId="{6CC563D7-F09C-834A-E797-4A3FC4B92B86}"/>
          </ac:picMkLst>
        </pc:picChg>
        <pc:picChg chg="mod">
          <ac:chgData name="Dey, Sumon Kanti" userId="S::sdey26@emory.edu::d0b991bf-8a4d-4f4f-a0b7-8f19f709817b" providerId="AD" clId="Web-{65B02A44-FE16-D890-4A7C-D3D6C38EF59C}" dt="2025-04-24T00:01:45.705" v="394" actId="1076"/>
          <ac:picMkLst>
            <pc:docMk/>
            <pc:sldMk cId="809190188" sldId="291"/>
            <ac:picMk id="12" creationId="{D29A6F6B-7DCC-64A2-283B-B67CD1A966E8}"/>
          </ac:picMkLst>
        </pc:picChg>
        <pc:picChg chg="mod">
          <ac:chgData name="Dey, Sumon Kanti" userId="S::sdey26@emory.edu::d0b991bf-8a4d-4f4f-a0b7-8f19f709817b" providerId="AD" clId="Web-{65B02A44-FE16-D890-4A7C-D3D6C38EF59C}" dt="2025-04-24T00:01:43.877" v="393" actId="1076"/>
          <ac:picMkLst>
            <pc:docMk/>
            <pc:sldMk cId="809190188" sldId="291"/>
            <ac:picMk id="14" creationId="{F2F5D948-2AC4-1A40-1E1B-A9FF0CCFFD73}"/>
          </ac:picMkLst>
        </pc:picChg>
        <pc:picChg chg="mod">
          <ac:chgData name="Dey, Sumon Kanti" userId="S::sdey26@emory.edu::d0b991bf-8a4d-4f4f-a0b7-8f19f709817b" providerId="AD" clId="Web-{65B02A44-FE16-D890-4A7C-D3D6C38EF59C}" dt="2025-04-24T00:01:42.377" v="392" actId="1076"/>
          <ac:picMkLst>
            <pc:docMk/>
            <pc:sldMk cId="809190188" sldId="291"/>
            <ac:picMk id="15" creationId="{283CC70B-8679-92A0-412D-6D8D75531EB6}"/>
          </ac:picMkLst>
        </pc:picChg>
      </pc:sldChg>
      <pc:sldChg chg="modSp new ord">
        <pc:chgData name="Dey, Sumon Kanti" userId="S::sdey26@emory.edu::d0b991bf-8a4d-4f4f-a0b7-8f19f709817b" providerId="AD" clId="Web-{65B02A44-FE16-D890-4A7C-D3D6C38EF59C}" dt="2025-04-23T23:05:32.808" v="8" actId="20577"/>
        <pc:sldMkLst>
          <pc:docMk/>
          <pc:sldMk cId="2762758352" sldId="292"/>
        </pc:sldMkLst>
        <pc:spChg chg="mod">
          <ac:chgData name="Dey, Sumon Kanti" userId="S::sdey26@emory.edu::d0b991bf-8a4d-4f4f-a0b7-8f19f709817b" providerId="AD" clId="Web-{65B02A44-FE16-D890-4A7C-D3D6C38EF59C}" dt="2025-04-23T23:05:32.808" v="8" actId="20577"/>
          <ac:spMkLst>
            <pc:docMk/>
            <pc:sldMk cId="2762758352" sldId="292"/>
            <ac:spMk id="2" creationId="{D92D68ED-1744-3ECB-2605-FD5C04B4B7CB}"/>
          </ac:spMkLst>
        </pc:spChg>
      </pc:sldChg>
      <pc:sldChg chg="addSp delSp modSp add replId addAnim delAnim modAnim">
        <pc:chgData name="Dey, Sumon Kanti" userId="S::sdey26@emory.edu::d0b991bf-8a4d-4f4f-a0b7-8f19f709817b" providerId="AD" clId="Web-{65B02A44-FE16-D890-4A7C-D3D6C38EF59C}" dt="2025-04-23T23:26:27.105" v="72"/>
        <pc:sldMkLst>
          <pc:docMk/>
          <pc:sldMk cId="2416902694" sldId="293"/>
        </pc:sldMkLst>
        <pc:spChg chg="mod">
          <ac:chgData name="Dey, Sumon Kanti" userId="S::sdey26@emory.edu::d0b991bf-8a4d-4f4f-a0b7-8f19f709817b" providerId="AD" clId="Web-{65B02A44-FE16-D890-4A7C-D3D6C38EF59C}" dt="2025-04-23T23:12:15.099" v="25" actId="20577"/>
          <ac:spMkLst>
            <pc:docMk/>
            <pc:sldMk cId="2416902694" sldId="293"/>
            <ac:spMk id="2" creationId="{1C1E12E1-2102-7B95-530A-9DDE367458A8}"/>
          </ac:spMkLst>
        </pc:spChg>
        <pc:spChg chg="del">
          <ac:chgData name="Dey, Sumon Kanti" userId="S::sdey26@emory.edu::d0b991bf-8a4d-4f4f-a0b7-8f19f709817b" providerId="AD" clId="Web-{65B02A44-FE16-D890-4A7C-D3D6C38EF59C}" dt="2025-04-23T23:10:54.753" v="10"/>
          <ac:spMkLst>
            <pc:docMk/>
            <pc:sldMk cId="2416902694" sldId="293"/>
            <ac:spMk id="3" creationId="{F423B399-4DB2-F60F-E011-79F950AA9AC4}"/>
          </ac:spMkLst>
        </pc:spChg>
        <pc:spChg chg="add del mod">
          <ac:chgData name="Dey, Sumon Kanti" userId="S::sdey26@emory.edu::d0b991bf-8a4d-4f4f-a0b7-8f19f709817b" providerId="AD" clId="Web-{65B02A44-FE16-D890-4A7C-D3D6C38EF59C}" dt="2025-04-23T23:11:15.316" v="14"/>
          <ac:spMkLst>
            <pc:docMk/>
            <pc:sldMk cId="2416902694" sldId="293"/>
            <ac:spMk id="6" creationId="{E10B8620-B34A-CC61-B207-03F1867EE3D9}"/>
          </ac:spMkLst>
        </pc:spChg>
        <pc:spChg chg="add del mod">
          <ac:chgData name="Dey, Sumon Kanti" userId="S::sdey26@emory.edu::d0b991bf-8a4d-4f4f-a0b7-8f19f709817b" providerId="AD" clId="Web-{65B02A44-FE16-D890-4A7C-D3D6C38EF59C}" dt="2025-04-23T23:11:02.394" v="12"/>
          <ac:spMkLst>
            <pc:docMk/>
            <pc:sldMk cId="2416902694" sldId="293"/>
            <ac:spMk id="14" creationId="{7528558B-6CB8-4D09-1DA4-423D699171FA}"/>
          </ac:spMkLst>
        </pc:spChg>
        <pc:spChg chg="del mod">
          <ac:chgData name="Dey, Sumon Kanti" userId="S::sdey26@emory.edu::d0b991bf-8a4d-4f4f-a0b7-8f19f709817b" providerId="AD" clId="Web-{65B02A44-FE16-D890-4A7C-D3D6C38EF59C}" dt="2025-04-23T23:11:20.488" v="16"/>
          <ac:spMkLst>
            <pc:docMk/>
            <pc:sldMk cId="2416902694" sldId="293"/>
            <ac:spMk id="15" creationId="{D25BA551-FDD8-B742-0400-FFD88FEB56D9}"/>
          </ac:spMkLst>
        </pc:spChg>
        <pc:spChg chg="add mod">
          <ac:chgData name="Dey, Sumon Kanti" userId="S::sdey26@emory.edu::d0b991bf-8a4d-4f4f-a0b7-8f19f709817b" providerId="AD" clId="Web-{65B02A44-FE16-D890-4A7C-D3D6C38EF59C}" dt="2025-04-23T23:14:15.821" v="45" actId="1076"/>
          <ac:spMkLst>
            <pc:docMk/>
            <pc:sldMk cId="2416902694" sldId="293"/>
            <ac:spMk id="17" creationId="{025C4705-8E7A-6CFE-C7F7-30E6DCDE867E}"/>
          </ac:spMkLst>
        </pc:spChg>
        <pc:picChg chg="del">
          <ac:chgData name="Dey, Sumon Kanti" userId="S::sdey26@emory.edu::d0b991bf-8a4d-4f4f-a0b7-8f19f709817b" providerId="AD" clId="Web-{65B02A44-FE16-D890-4A7C-D3D6C38EF59C}" dt="2025-04-23T23:10:59.050" v="11"/>
          <ac:picMkLst>
            <pc:docMk/>
            <pc:sldMk cId="2416902694" sldId="293"/>
            <ac:picMk id="13" creationId="{2767808A-6790-7BE8-F183-1F369525B72B}"/>
          </ac:picMkLst>
        </pc:picChg>
        <pc:picChg chg="add mod">
          <ac:chgData name="Dey, Sumon Kanti" userId="S::sdey26@emory.edu::d0b991bf-8a4d-4f4f-a0b7-8f19f709817b" providerId="AD" clId="Web-{65B02A44-FE16-D890-4A7C-D3D6C38EF59C}" dt="2025-04-23T23:13:58.836" v="44" actId="1076"/>
          <ac:picMkLst>
            <pc:docMk/>
            <pc:sldMk cId="2416902694" sldId="293"/>
            <ac:picMk id="16" creationId="{A1203601-C12E-C331-2737-67B716F8FE38}"/>
          </ac:picMkLst>
        </pc:picChg>
        <pc:picChg chg="add mod modCrop">
          <ac:chgData name="Dey, Sumon Kanti" userId="S::sdey26@emory.edu::d0b991bf-8a4d-4f4f-a0b7-8f19f709817b" providerId="AD" clId="Web-{65B02A44-FE16-D890-4A7C-D3D6C38EF59C}" dt="2025-04-23T23:16:41.075" v="54"/>
          <ac:picMkLst>
            <pc:docMk/>
            <pc:sldMk cId="2416902694" sldId="293"/>
            <ac:picMk id="18" creationId="{75511F23-93AB-2484-BCD3-A681E3A1BB25}"/>
          </ac:picMkLst>
        </pc:picChg>
      </pc:sldChg>
      <pc:sldChg chg="add del replId">
        <pc:chgData name="Dey, Sumon Kanti" userId="S::sdey26@emory.edu::d0b991bf-8a4d-4f4f-a0b7-8f19f709817b" providerId="AD" clId="Web-{65B02A44-FE16-D890-4A7C-D3D6C38EF59C}" dt="2025-04-23T23:34:54.727" v="74"/>
        <pc:sldMkLst>
          <pc:docMk/>
          <pc:sldMk cId="3517484608" sldId="294"/>
        </pc:sldMkLst>
      </pc:sldChg>
      <pc:sldChg chg="addSp delSp modSp add">
        <pc:chgData name="Dey, Sumon Kanti" userId="S::sdey26@emory.edu::d0b991bf-8a4d-4f4f-a0b7-8f19f709817b" providerId="AD" clId="Web-{65B02A44-FE16-D890-4A7C-D3D6C38EF59C}" dt="2025-04-23T23:45:14.665" v="216" actId="20577"/>
        <pc:sldMkLst>
          <pc:docMk/>
          <pc:sldMk cId="0" sldId="295"/>
        </pc:sldMkLst>
        <pc:spChg chg="mod">
          <ac:chgData name="Dey, Sumon Kanti" userId="S::sdey26@emory.edu::d0b991bf-8a4d-4f4f-a0b7-8f19f709817b" providerId="AD" clId="Web-{65B02A44-FE16-D890-4A7C-D3D6C38EF59C}" dt="2025-04-23T23:45:14.665" v="216" actId="20577"/>
          <ac:spMkLst>
            <pc:docMk/>
            <pc:sldMk cId="0" sldId="295"/>
            <ac:spMk id="2" creationId="{00000000-0000-0000-0000-000000000000}"/>
          </ac:spMkLst>
        </pc:spChg>
        <pc:spChg chg="mod topLvl">
          <ac:chgData name="Dey, Sumon Kanti" userId="S::sdey26@emory.edu::d0b991bf-8a4d-4f4f-a0b7-8f19f709817b" providerId="AD" clId="Web-{65B02A44-FE16-D890-4A7C-D3D6C38EF59C}" dt="2025-04-23T23:43:59.866" v="206" actId="1076"/>
          <ac:spMkLst>
            <pc:docMk/>
            <pc:sldMk cId="0" sldId="295"/>
            <ac:spMk id="3" creationId="{00000000-0000-0000-0000-000000000000}"/>
          </ac:spMkLst>
        </pc:spChg>
        <pc:spChg chg="mod topLvl">
          <ac:chgData name="Dey, Sumon Kanti" userId="S::sdey26@emory.edu::d0b991bf-8a4d-4f4f-a0b7-8f19f709817b" providerId="AD" clId="Web-{65B02A44-FE16-D890-4A7C-D3D6C38EF59C}" dt="2025-04-23T23:43:59.866" v="207" actId="1076"/>
          <ac:spMkLst>
            <pc:docMk/>
            <pc:sldMk cId="0" sldId="295"/>
            <ac:spMk id="4" creationId="{00000000-0000-0000-0000-000000000000}"/>
          </ac:spMkLst>
        </pc:spChg>
        <pc:spChg chg="mod topLvl">
          <ac:chgData name="Dey, Sumon Kanti" userId="S::sdey26@emory.edu::d0b991bf-8a4d-4f4f-a0b7-8f19f709817b" providerId="AD" clId="Web-{65B02A44-FE16-D890-4A7C-D3D6C38EF59C}" dt="2025-04-23T23:43:59.866" v="208" actId="1076"/>
          <ac:spMkLst>
            <pc:docMk/>
            <pc:sldMk cId="0" sldId="295"/>
            <ac:spMk id="5" creationId="{00000000-0000-0000-0000-000000000000}"/>
          </ac:spMkLst>
        </pc:spChg>
        <pc:spChg chg="mod topLvl">
          <ac:chgData name="Dey, Sumon Kanti" userId="S::sdey26@emory.edu::d0b991bf-8a4d-4f4f-a0b7-8f19f709817b" providerId="AD" clId="Web-{65B02A44-FE16-D890-4A7C-D3D6C38EF59C}" dt="2025-04-23T23:44:24.664" v="214" actId="1076"/>
          <ac:spMkLst>
            <pc:docMk/>
            <pc:sldMk cId="0" sldId="295"/>
            <ac:spMk id="9" creationId="{00000000-0000-0000-0000-000000000000}"/>
          </ac:spMkLst>
        </pc:spChg>
        <pc:spChg chg="mod topLvl">
          <ac:chgData name="Dey, Sumon Kanti" userId="S::sdey26@emory.edu::d0b991bf-8a4d-4f4f-a0b7-8f19f709817b" providerId="AD" clId="Web-{65B02A44-FE16-D890-4A7C-D3D6C38EF59C}" dt="2025-04-23T23:43:59.897" v="211" actId="1076"/>
          <ac:spMkLst>
            <pc:docMk/>
            <pc:sldMk cId="0" sldId="295"/>
            <ac:spMk id="10" creationId="{00000000-0000-0000-0000-000000000000}"/>
          </ac:spMkLst>
        </pc:spChg>
        <pc:spChg chg="mod topLvl">
          <ac:chgData name="Dey, Sumon Kanti" userId="S::sdey26@emory.edu::d0b991bf-8a4d-4f4f-a0b7-8f19f709817b" providerId="AD" clId="Web-{65B02A44-FE16-D890-4A7C-D3D6C38EF59C}" dt="2025-04-23T23:43:59.913" v="212" actId="1076"/>
          <ac:spMkLst>
            <pc:docMk/>
            <pc:sldMk cId="0" sldId="295"/>
            <ac:spMk id="11" creationId="{00000000-0000-0000-0000-000000000000}"/>
          </ac:spMkLst>
        </pc:spChg>
        <pc:spChg chg="mod topLvl">
          <ac:chgData name="Dey, Sumon Kanti" userId="S::sdey26@emory.edu::d0b991bf-8a4d-4f4f-a0b7-8f19f709817b" providerId="AD" clId="Web-{65B02A44-FE16-D890-4A7C-D3D6C38EF59C}" dt="2025-04-23T23:43:59.913" v="213" actId="1076"/>
          <ac:spMkLst>
            <pc:docMk/>
            <pc:sldMk cId="0" sldId="295"/>
            <ac:spMk id="12" creationId="{00000000-0000-0000-0000-000000000000}"/>
          </ac:spMkLst>
        </pc:spChg>
        <pc:grpChg chg="mod topLvl">
          <ac:chgData name="Dey, Sumon Kanti" userId="S::sdey26@emory.edu::d0b991bf-8a4d-4f4f-a0b7-8f19f709817b" providerId="AD" clId="Web-{65B02A44-FE16-D890-4A7C-D3D6C38EF59C}" dt="2025-04-23T23:43:59.882" v="209" actId="1076"/>
          <ac:grpSpMkLst>
            <pc:docMk/>
            <pc:sldMk cId="0" sldId="295"/>
            <ac:grpSpMk id="6" creationId="{00000000-0000-0000-0000-000000000000}"/>
          </ac:grpSpMkLst>
        </pc:grpChg>
        <pc:grpChg chg="add del mod">
          <ac:chgData name="Dey, Sumon Kanti" userId="S::sdey26@emory.edu::d0b991bf-8a4d-4f4f-a0b7-8f19f709817b" providerId="AD" clId="Web-{65B02A44-FE16-D890-4A7C-D3D6C38EF59C}" dt="2025-04-23T23:43:08.521" v="191"/>
          <ac:grpSpMkLst>
            <pc:docMk/>
            <pc:sldMk cId="0" sldId="295"/>
            <ac:grpSpMk id="14" creationId="{FE8567C1-86A7-1542-CC68-04FD87E1D35D}"/>
          </ac:grpSpMkLst>
        </pc:grpChg>
        <pc:picChg chg="add del mod">
          <ac:chgData name="Dey, Sumon Kanti" userId="S::sdey26@emory.edu::d0b991bf-8a4d-4f4f-a0b7-8f19f709817b" providerId="AD" clId="Web-{65B02A44-FE16-D890-4A7C-D3D6C38EF59C}" dt="2025-04-23T23:35:28.025" v="77"/>
          <ac:picMkLst>
            <pc:docMk/>
            <pc:sldMk cId="0" sldId="295"/>
            <ac:picMk id="13" creationId="{B47E1676-0683-E448-F72A-7A3BF14D4704}"/>
          </ac:picMkLst>
        </pc:picChg>
      </pc:sldChg>
    </pc:docChg>
  </pc:docChgLst>
  <pc:docChgLst>
    <pc:chgData name="Hassannia, Mohammad Sina" userId="S::mhasann@emory.edu::e31ae476-97a3-4c8a-9ab2-c74a0d1a08bb" providerId="AD" clId="Web-{AF7EBDBF-BA6E-0F22-8A9F-E25FECDB7C56}"/>
    <pc:docChg chg="modSld">
      <pc:chgData name="Hassannia, Mohammad Sina" userId="S::mhasann@emory.edu::e31ae476-97a3-4c8a-9ab2-c74a0d1a08bb" providerId="AD" clId="Web-{AF7EBDBF-BA6E-0F22-8A9F-E25FECDB7C56}" dt="2025-04-30T15:36:49.611" v="0" actId="1076"/>
      <pc:docMkLst>
        <pc:docMk/>
      </pc:docMkLst>
      <pc:sldChg chg="modSp">
        <pc:chgData name="Hassannia, Mohammad Sina" userId="S::mhasann@emory.edu::e31ae476-97a3-4c8a-9ab2-c74a0d1a08bb" providerId="AD" clId="Web-{AF7EBDBF-BA6E-0F22-8A9F-E25FECDB7C56}" dt="2025-04-30T15:36:49.611" v="0" actId="1076"/>
        <pc:sldMkLst>
          <pc:docMk/>
          <pc:sldMk cId="317354579" sldId="304"/>
        </pc:sldMkLst>
        <pc:picChg chg="mod">
          <ac:chgData name="Hassannia, Mohammad Sina" userId="S::mhasann@emory.edu::e31ae476-97a3-4c8a-9ab2-c74a0d1a08bb" providerId="AD" clId="Web-{AF7EBDBF-BA6E-0F22-8A9F-E25FECDB7C56}" dt="2025-04-30T15:36:49.611" v="0" actId="1076"/>
          <ac:picMkLst>
            <pc:docMk/>
            <pc:sldMk cId="317354579" sldId="304"/>
            <ac:picMk id="5" creationId="{32352DC2-48E6-86BF-95F4-AE61EFAFD8C3}"/>
          </ac:picMkLst>
        </pc:picChg>
      </pc:sldChg>
    </pc:docChg>
  </pc:docChgLst>
  <pc:docChgLst>
    <pc:chgData name="Hassannia, Mohammad Sina" userId="S::mhasann@emory.edu::e31ae476-97a3-4c8a-9ab2-c74a0d1a08bb" providerId="AD" clId="Web-{ADA30BB8-8E66-DB3F-18CF-E78E9816B589}"/>
    <pc:docChg chg="addSld delSld modSld sldOrd">
      <pc:chgData name="Hassannia, Mohammad Sina" userId="S::mhasann@emory.edu::e31ae476-97a3-4c8a-9ab2-c74a0d1a08bb" providerId="AD" clId="Web-{ADA30BB8-8E66-DB3F-18CF-E78E9816B589}" dt="2025-04-21T21:48:07.412" v="503"/>
      <pc:docMkLst>
        <pc:docMk/>
      </pc:docMkLst>
      <pc:sldChg chg="ord">
        <pc:chgData name="Hassannia, Mohammad Sina" userId="S::mhasann@emory.edu::e31ae476-97a3-4c8a-9ab2-c74a0d1a08bb" providerId="AD" clId="Web-{ADA30BB8-8E66-DB3F-18CF-E78E9816B589}" dt="2025-04-21T21:30:26.235" v="330"/>
        <pc:sldMkLst>
          <pc:docMk/>
          <pc:sldMk cId="3766541810" sldId="270"/>
        </pc:sldMkLst>
      </pc:sldChg>
      <pc:sldChg chg="mod ord modShow">
        <pc:chgData name="Hassannia, Mohammad Sina" userId="S::mhasann@emory.edu::e31ae476-97a3-4c8a-9ab2-c74a0d1a08bb" providerId="AD" clId="Web-{ADA30BB8-8E66-DB3F-18CF-E78E9816B589}" dt="2025-04-21T21:30:00.390" v="323"/>
        <pc:sldMkLst>
          <pc:docMk/>
          <pc:sldMk cId="4154194807" sldId="277"/>
        </pc:sldMkLst>
      </pc:sldChg>
      <pc:sldChg chg="modSp">
        <pc:chgData name="Hassannia, Mohammad Sina" userId="S::mhasann@emory.edu::e31ae476-97a3-4c8a-9ab2-c74a0d1a08bb" providerId="AD" clId="Web-{ADA30BB8-8E66-DB3F-18CF-E78E9816B589}" dt="2025-04-21T20:43:48.202" v="70" actId="20577"/>
        <pc:sldMkLst>
          <pc:docMk/>
          <pc:sldMk cId="278311178" sldId="279"/>
        </pc:sldMkLst>
        <pc:spChg chg="mod">
          <ac:chgData name="Hassannia, Mohammad Sina" userId="S::mhasann@emory.edu::e31ae476-97a3-4c8a-9ab2-c74a0d1a08bb" providerId="AD" clId="Web-{ADA30BB8-8E66-DB3F-18CF-E78E9816B589}" dt="2025-04-21T20:43:48.202" v="70" actId="20577"/>
          <ac:spMkLst>
            <pc:docMk/>
            <pc:sldMk cId="278311178" sldId="279"/>
            <ac:spMk id="13" creationId="{9C5725B7-59F8-748F-49A7-A60244A33ED8}"/>
          </ac:spMkLst>
        </pc:spChg>
      </pc:sldChg>
      <pc:sldChg chg="addSp delSp modSp">
        <pc:chgData name="Hassannia, Mohammad Sina" userId="S::mhasann@emory.edu::e31ae476-97a3-4c8a-9ab2-c74a0d1a08bb" providerId="AD" clId="Web-{ADA30BB8-8E66-DB3F-18CF-E78E9816B589}" dt="2025-04-21T21:47:41.239" v="470" actId="20577"/>
        <pc:sldMkLst>
          <pc:docMk/>
          <pc:sldMk cId="735264327" sldId="280"/>
        </pc:sldMkLst>
        <pc:spChg chg="add mod">
          <ac:chgData name="Hassannia, Mohammad Sina" userId="S::mhasann@emory.edu::e31ae476-97a3-4c8a-9ab2-c74a0d1a08bb" providerId="AD" clId="Web-{ADA30BB8-8E66-DB3F-18CF-E78E9816B589}" dt="2025-04-21T21:42:05.899" v="443" actId="20577"/>
          <ac:spMkLst>
            <pc:docMk/>
            <pc:sldMk cId="735264327" sldId="280"/>
            <ac:spMk id="3" creationId="{D0555E3F-EC78-4584-379B-6DDE038D6AAA}"/>
          </ac:spMkLst>
        </pc:spChg>
        <pc:spChg chg="add">
          <ac:chgData name="Hassannia, Mohammad Sina" userId="S::mhasann@emory.edu::e31ae476-97a3-4c8a-9ab2-c74a0d1a08bb" providerId="AD" clId="Web-{ADA30BB8-8E66-DB3F-18CF-E78E9816B589}" dt="2025-04-21T21:46:53.050" v="444"/>
          <ac:spMkLst>
            <pc:docMk/>
            <pc:sldMk cId="735264327" sldId="280"/>
            <ac:spMk id="4" creationId="{C868AD86-1293-EE43-796D-6BCAFDE8BD55}"/>
          </ac:spMkLst>
        </pc:spChg>
        <pc:spChg chg="mod">
          <ac:chgData name="Hassannia, Mohammad Sina" userId="S::mhasann@emory.edu::e31ae476-97a3-4c8a-9ab2-c74a0d1a08bb" providerId="AD" clId="Web-{ADA30BB8-8E66-DB3F-18CF-E78E9816B589}" dt="2025-04-21T21:30:11.016" v="327" actId="20577"/>
          <ac:spMkLst>
            <pc:docMk/>
            <pc:sldMk cId="735264327" sldId="280"/>
            <ac:spMk id="9" creationId="{5BB5E233-3431-8F37-BA24-1AEE160B908C}"/>
          </ac:spMkLst>
        </pc:spChg>
        <pc:spChg chg="add del">
          <ac:chgData name="Hassannia, Mohammad Sina" userId="S::mhasann@emory.edu::e31ae476-97a3-4c8a-9ab2-c74a0d1a08bb" providerId="AD" clId="Web-{ADA30BB8-8E66-DB3F-18CF-E78E9816B589}" dt="2025-04-21T21:47:07.753" v="450"/>
          <ac:spMkLst>
            <pc:docMk/>
            <pc:sldMk cId="735264327" sldId="280"/>
            <ac:spMk id="13" creationId="{4CCD11D5-9D18-01A1-1D69-C268DECD819C}"/>
          </ac:spMkLst>
        </pc:spChg>
        <pc:spChg chg="mod">
          <ac:chgData name="Hassannia, Mohammad Sina" userId="S::mhasann@emory.edu::e31ae476-97a3-4c8a-9ab2-c74a0d1a08bb" providerId="AD" clId="Web-{ADA30BB8-8E66-DB3F-18CF-E78E9816B589}" dt="2025-04-21T21:40:12.067" v="420" actId="20577"/>
          <ac:spMkLst>
            <pc:docMk/>
            <pc:sldMk cId="735264327" sldId="280"/>
            <ac:spMk id="15" creationId="{55712A01-7E06-0C84-30C1-C120A602571D}"/>
          </ac:spMkLst>
        </pc:spChg>
        <pc:spChg chg="add mod">
          <ac:chgData name="Hassannia, Mohammad Sina" userId="S::mhasann@emory.edu::e31ae476-97a3-4c8a-9ab2-c74a0d1a08bb" providerId="AD" clId="Web-{ADA30BB8-8E66-DB3F-18CF-E78E9816B589}" dt="2025-04-21T21:47:29.754" v="464" actId="20577"/>
          <ac:spMkLst>
            <pc:docMk/>
            <pc:sldMk cId="735264327" sldId="280"/>
            <ac:spMk id="17" creationId="{17D06E84-0789-3527-DA96-78B9C24272E2}"/>
          </ac:spMkLst>
        </pc:spChg>
        <pc:spChg chg="add mod">
          <ac:chgData name="Hassannia, Mohammad Sina" userId="S::mhasann@emory.edu::e31ae476-97a3-4c8a-9ab2-c74a0d1a08bb" providerId="AD" clId="Web-{ADA30BB8-8E66-DB3F-18CF-E78E9816B589}" dt="2025-04-21T21:47:35.723" v="469" actId="20577"/>
          <ac:spMkLst>
            <pc:docMk/>
            <pc:sldMk cId="735264327" sldId="280"/>
            <ac:spMk id="19" creationId="{5DE2CF3B-7FF3-B76C-D56B-09E61832E6E8}"/>
          </ac:spMkLst>
        </pc:spChg>
        <pc:spChg chg="add mod">
          <ac:chgData name="Hassannia, Mohammad Sina" userId="S::mhasann@emory.edu::e31ae476-97a3-4c8a-9ab2-c74a0d1a08bb" providerId="AD" clId="Web-{ADA30BB8-8E66-DB3F-18CF-E78E9816B589}" dt="2025-04-21T21:47:41.239" v="470" actId="20577"/>
          <ac:spMkLst>
            <pc:docMk/>
            <pc:sldMk cId="735264327" sldId="280"/>
            <ac:spMk id="21" creationId="{A71EED0A-05D5-D7FC-D4B0-CC4479AB5025}"/>
          </ac:spMkLst>
        </pc:spChg>
        <pc:spChg chg="del mod">
          <ac:chgData name="Hassannia, Mohammad Sina" userId="S::mhasann@emory.edu::e31ae476-97a3-4c8a-9ab2-c74a0d1a08bb" providerId="AD" clId="Web-{ADA30BB8-8E66-DB3F-18CF-E78E9816B589}" dt="2025-04-21T21:40:59.600" v="421"/>
          <ac:spMkLst>
            <pc:docMk/>
            <pc:sldMk cId="735264327" sldId="280"/>
            <ac:spMk id="32" creationId="{7E24F54C-86BD-6260-0D0A-E5BF1EF9E897}"/>
          </ac:spMkLst>
        </pc:spChg>
        <pc:picChg chg="add mod ord">
          <ac:chgData name="Hassannia, Mohammad Sina" userId="S::mhasann@emory.edu::e31ae476-97a3-4c8a-9ab2-c74a0d1a08bb" providerId="AD" clId="Web-{ADA30BB8-8E66-DB3F-18CF-E78E9816B589}" dt="2025-04-21T21:41:55.118" v="430" actId="14100"/>
          <ac:picMkLst>
            <pc:docMk/>
            <pc:sldMk cId="735264327" sldId="280"/>
            <ac:picMk id="2" creationId="{4ED49828-EDB3-C0BE-B99C-3B06F65FC7C8}"/>
          </ac:picMkLst>
        </pc:picChg>
        <pc:picChg chg="add mod">
          <ac:chgData name="Hassannia, Mohammad Sina" userId="S::mhasann@emory.edu::e31ae476-97a3-4c8a-9ab2-c74a0d1a08bb" providerId="AD" clId="Web-{ADA30BB8-8E66-DB3F-18CF-E78E9816B589}" dt="2025-04-21T21:47:03.644" v="448" actId="1076"/>
          <ac:picMkLst>
            <pc:docMk/>
            <pc:sldMk cId="735264327" sldId="280"/>
            <ac:picMk id="16" creationId="{6FEF4857-C7B3-67AF-EB9F-2523EC973FBA}"/>
          </ac:picMkLst>
        </pc:picChg>
        <pc:picChg chg="add mod">
          <ac:chgData name="Hassannia, Mohammad Sina" userId="S::mhasann@emory.edu::e31ae476-97a3-4c8a-9ab2-c74a0d1a08bb" providerId="AD" clId="Web-{ADA30BB8-8E66-DB3F-18CF-E78E9816B589}" dt="2025-04-21T21:47:15.629" v="453" actId="1076"/>
          <ac:picMkLst>
            <pc:docMk/>
            <pc:sldMk cId="735264327" sldId="280"/>
            <ac:picMk id="18" creationId="{F36DA259-2702-6973-17CF-849BCD5C839E}"/>
          </ac:picMkLst>
        </pc:picChg>
        <pc:picChg chg="add mod">
          <ac:chgData name="Hassannia, Mohammad Sina" userId="S::mhasann@emory.edu::e31ae476-97a3-4c8a-9ab2-c74a0d1a08bb" providerId="AD" clId="Web-{ADA30BB8-8E66-DB3F-18CF-E78E9816B589}" dt="2025-04-21T21:47:22.801" v="457" actId="1076"/>
          <ac:picMkLst>
            <pc:docMk/>
            <pc:sldMk cId="735264327" sldId="280"/>
            <ac:picMk id="20" creationId="{F511125B-D813-F279-76AF-AABDF1DD8D89}"/>
          </ac:picMkLst>
        </pc:picChg>
      </pc:sldChg>
      <pc:sldChg chg="addSp delSp modSp add replId">
        <pc:chgData name="Hassannia, Mohammad Sina" userId="S::mhasann@emory.edu::e31ae476-97a3-4c8a-9ab2-c74a0d1a08bb" providerId="AD" clId="Web-{ADA30BB8-8E66-DB3F-18CF-E78E9816B589}" dt="2025-04-21T20:58:45.420" v="154" actId="1076"/>
        <pc:sldMkLst>
          <pc:docMk/>
          <pc:sldMk cId="1088050553" sldId="281"/>
        </pc:sldMkLst>
        <pc:spChg chg="add del mod">
          <ac:chgData name="Hassannia, Mohammad Sina" userId="S::mhasann@emory.edu::e31ae476-97a3-4c8a-9ab2-c74a0d1a08bb" providerId="AD" clId="Web-{ADA30BB8-8E66-DB3F-18CF-E78E9816B589}" dt="2025-04-21T20:58:38.389" v="153" actId="20577"/>
          <ac:spMkLst>
            <pc:docMk/>
            <pc:sldMk cId="1088050553" sldId="281"/>
            <ac:spMk id="13" creationId="{CA55EDB8-4B36-F816-3CE3-B8974A735B18}"/>
          </ac:spMkLst>
        </pc:spChg>
        <pc:spChg chg="mod">
          <ac:chgData name="Hassannia, Mohammad Sina" userId="S::mhasann@emory.edu::e31ae476-97a3-4c8a-9ab2-c74a0d1a08bb" providerId="AD" clId="Web-{ADA30BB8-8E66-DB3F-18CF-E78E9816B589}" dt="2025-04-21T20:58:45.420" v="154" actId="1076"/>
          <ac:spMkLst>
            <pc:docMk/>
            <pc:sldMk cId="1088050553" sldId="281"/>
            <ac:spMk id="19" creationId="{7394EEAC-ED78-9FE0-A6C0-337FA66DCAB7}"/>
          </ac:spMkLst>
        </pc:spChg>
        <pc:picChg chg="add mod">
          <ac:chgData name="Hassannia, Mohammad Sina" userId="S::mhasann@emory.edu::e31ae476-97a3-4c8a-9ab2-c74a0d1a08bb" providerId="AD" clId="Web-{ADA30BB8-8E66-DB3F-18CF-E78E9816B589}" dt="2025-04-21T20:53:22.534" v="105" actId="1076"/>
          <ac:picMkLst>
            <pc:docMk/>
            <pc:sldMk cId="1088050553" sldId="281"/>
            <ac:picMk id="3" creationId="{FB7B032A-27A6-FDB9-2DB7-07B0481A0482}"/>
          </ac:picMkLst>
        </pc:picChg>
        <pc:picChg chg="add mod">
          <ac:chgData name="Hassannia, Mohammad Sina" userId="S::mhasann@emory.edu::e31ae476-97a3-4c8a-9ab2-c74a0d1a08bb" providerId="AD" clId="Web-{ADA30BB8-8E66-DB3F-18CF-E78E9816B589}" dt="2025-04-21T20:54:09.926" v="116" actId="14100"/>
          <ac:picMkLst>
            <pc:docMk/>
            <pc:sldMk cId="1088050553" sldId="281"/>
            <ac:picMk id="4" creationId="{15C7607B-5862-337C-25B1-736A57EFF286}"/>
          </ac:picMkLst>
        </pc:picChg>
      </pc:sldChg>
      <pc:sldChg chg="add del replId">
        <pc:chgData name="Hassannia, Mohammad Sina" userId="S::mhasann@emory.edu::e31ae476-97a3-4c8a-9ab2-c74a0d1a08bb" providerId="AD" clId="Web-{ADA30BB8-8E66-DB3F-18CF-E78E9816B589}" dt="2025-04-21T21:29:48.202" v="321"/>
        <pc:sldMkLst>
          <pc:docMk/>
          <pc:sldMk cId="96024808" sldId="282"/>
        </pc:sldMkLst>
      </pc:sldChg>
      <pc:sldChg chg="addSp delSp modSp add replId">
        <pc:chgData name="Hassannia, Mohammad Sina" userId="S::mhasann@emory.edu::e31ae476-97a3-4c8a-9ab2-c74a0d1a08bb" providerId="AD" clId="Web-{ADA30BB8-8E66-DB3F-18CF-E78E9816B589}" dt="2025-04-21T21:13:38.966" v="250" actId="14100"/>
        <pc:sldMkLst>
          <pc:docMk/>
          <pc:sldMk cId="2863739839" sldId="283"/>
        </pc:sldMkLst>
        <pc:spChg chg="add del mod">
          <ac:chgData name="Hassannia, Mohammad Sina" userId="S::mhasann@emory.edu::e31ae476-97a3-4c8a-9ab2-c74a0d1a08bb" providerId="AD" clId="Web-{ADA30BB8-8E66-DB3F-18CF-E78E9816B589}" dt="2025-04-21T21:12:08.026" v="242" actId="20577"/>
          <ac:spMkLst>
            <pc:docMk/>
            <pc:sldMk cId="2863739839" sldId="283"/>
            <ac:spMk id="13" creationId="{563414BA-6C84-6C8D-9CDF-F3F8675E5617}"/>
          </ac:spMkLst>
        </pc:spChg>
        <pc:spChg chg="mod">
          <ac:chgData name="Hassannia, Mohammad Sina" userId="S::mhasann@emory.edu::e31ae476-97a3-4c8a-9ab2-c74a0d1a08bb" providerId="AD" clId="Web-{ADA30BB8-8E66-DB3F-18CF-E78E9816B589}" dt="2025-04-21T21:05:56.075" v="197" actId="1076"/>
          <ac:spMkLst>
            <pc:docMk/>
            <pc:sldMk cId="2863739839" sldId="283"/>
            <ac:spMk id="19" creationId="{8640C629-5A96-185B-4DEB-83BCE1AC1F49}"/>
          </ac:spMkLst>
        </pc:spChg>
        <pc:picChg chg="del">
          <ac:chgData name="Hassannia, Mohammad Sina" userId="S::mhasann@emory.edu::e31ae476-97a3-4c8a-9ab2-c74a0d1a08bb" providerId="AD" clId="Web-{ADA30BB8-8E66-DB3F-18CF-E78E9816B589}" dt="2025-04-21T21:01:10.894" v="160"/>
          <ac:picMkLst>
            <pc:docMk/>
            <pc:sldMk cId="2863739839" sldId="283"/>
            <ac:picMk id="3" creationId="{D24B35AA-FE0B-28CD-1675-1C8F43BCBACA}"/>
          </ac:picMkLst>
        </pc:picChg>
        <pc:picChg chg="del">
          <ac:chgData name="Hassannia, Mohammad Sina" userId="S::mhasann@emory.edu::e31ae476-97a3-4c8a-9ab2-c74a0d1a08bb" providerId="AD" clId="Web-{ADA30BB8-8E66-DB3F-18CF-E78E9816B589}" dt="2025-04-21T21:01:11.378" v="161"/>
          <ac:picMkLst>
            <pc:docMk/>
            <pc:sldMk cId="2863739839" sldId="283"/>
            <ac:picMk id="4" creationId="{B0761A80-FBE6-13C1-D10A-1EAD8C2DAAFC}"/>
          </ac:picMkLst>
        </pc:picChg>
        <pc:picChg chg="add del mod">
          <ac:chgData name="Hassannia, Mohammad Sina" userId="S::mhasann@emory.edu::e31ae476-97a3-4c8a-9ab2-c74a0d1a08bb" providerId="AD" clId="Web-{ADA30BB8-8E66-DB3F-18CF-E78E9816B589}" dt="2025-04-21T21:01:28.426" v="164"/>
          <ac:picMkLst>
            <pc:docMk/>
            <pc:sldMk cId="2863739839" sldId="283"/>
            <ac:picMk id="6" creationId="{10F97DC2-BE8E-E5A7-F8EF-99F1957016AA}"/>
          </ac:picMkLst>
        </pc:picChg>
        <pc:picChg chg="add del mod modCrop">
          <ac:chgData name="Hassannia, Mohammad Sina" userId="S::mhasann@emory.edu::e31ae476-97a3-4c8a-9ab2-c74a0d1a08bb" providerId="AD" clId="Web-{ADA30BB8-8E66-DB3F-18CF-E78E9816B589}" dt="2025-04-21T21:03:59.650" v="175"/>
          <ac:picMkLst>
            <pc:docMk/>
            <pc:sldMk cId="2863739839" sldId="283"/>
            <ac:picMk id="12" creationId="{271A1D6A-32F1-47E8-D139-ACD3744C6F1C}"/>
          </ac:picMkLst>
        </pc:picChg>
        <pc:picChg chg="add del mod">
          <ac:chgData name="Hassannia, Mohammad Sina" userId="S::mhasann@emory.edu::e31ae476-97a3-4c8a-9ab2-c74a0d1a08bb" providerId="AD" clId="Web-{ADA30BB8-8E66-DB3F-18CF-E78E9816B589}" dt="2025-04-21T21:03:56.540" v="173"/>
          <ac:picMkLst>
            <pc:docMk/>
            <pc:sldMk cId="2863739839" sldId="283"/>
            <ac:picMk id="14" creationId="{D3BDBD30-BE92-9114-3B21-DEECA2CAA2D6}"/>
          </ac:picMkLst>
        </pc:picChg>
        <pc:picChg chg="add del mod">
          <ac:chgData name="Hassannia, Mohammad Sina" userId="S::mhasann@emory.edu::e31ae476-97a3-4c8a-9ab2-c74a0d1a08bb" providerId="AD" clId="Web-{ADA30BB8-8E66-DB3F-18CF-E78E9816B589}" dt="2025-04-21T21:12:09.213" v="243"/>
          <ac:picMkLst>
            <pc:docMk/>
            <pc:sldMk cId="2863739839" sldId="283"/>
            <ac:picMk id="15" creationId="{E47CD9E1-446A-D9E7-4554-9877574EF33D}"/>
          </ac:picMkLst>
        </pc:picChg>
        <pc:picChg chg="add del mod modCrop">
          <ac:chgData name="Hassannia, Mohammad Sina" userId="S::mhasann@emory.edu::e31ae476-97a3-4c8a-9ab2-c74a0d1a08bb" providerId="AD" clId="Web-{ADA30BB8-8E66-DB3F-18CF-E78E9816B589}" dt="2025-04-21T21:05:33.450" v="193"/>
          <ac:picMkLst>
            <pc:docMk/>
            <pc:sldMk cId="2863739839" sldId="283"/>
            <ac:picMk id="16" creationId="{07A11374-508C-DA3C-F7FD-5924573C700F}"/>
          </ac:picMkLst>
        </pc:picChg>
        <pc:picChg chg="add del mod">
          <ac:chgData name="Hassannia, Mohammad Sina" userId="S::mhasann@emory.edu::e31ae476-97a3-4c8a-9ab2-c74a0d1a08bb" providerId="AD" clId="Web-{ADA30BB8-8E66-DB3F-18CF-E78E9816B589}" dt="2025-04-21T21:12:10.213" v="244"/>
          <ac:picMkLst>
            <pc:docMk/>
            <pc:sldMk cId="2863739839" sldId="283"/>
            <ac:picMk id="17" creationId="{41FD2B79-7EB3-2063-E7FA-D8AC8CBC347A}"/>
          </ac:picMkLst>
        </pc:picChg>
        <pc:picChg chg="add del mod">
          <ac:chgData name="Hassannia, Mohammad Sina" userId="S::mhasann@emory.edu::e31ae476-97a3-4c8a-9ab2-c74a0d1a08bb" providerId="AD" clId="Web-{ADA30BB8-8E66-DB3F-18CF-E78E9816B589}" dt="2025-04-21T21:10:31.304" v="230"/>
          <ac:picMkLst>
            <pc:docMk/>
            <pc:sldMk cId="2863739839" sldId="283"/>
            <ac:picMk id="18" creationId="{49C1F52A-D001-B21A-F061-BFB506B830A9}"/>
          </ac:picMkLst>
        </pc:picChg>
        <pc:picChg chg="add mod">
          <ac:chgData name="Hassannia, Mohammad Sina" userId="S::mhasann@emory.edu::e31ae476-97a3-4c8a-9ab2-c74a0d1a08bb" providerId="AD" clId="Web-{ADA30BB8-8E66-DB3F-18CF-E78E9816B589}" dt="2025-04-21T21:10:56.070" v="238" actId="14100"/>
          <ac:picMkLst>
            <pc:docMk/>
            <pc:sldMk cId="2863739839" sldId="283"/>
            <ac:picMk id="20" creationId="{6446FE08-3521-BC74-A455-CC69E4740D94}"/>
          </ac:picMkLst>
        </pc:picChg>
        <pc:picChg chg="add mod">
          <ac:chgData name="Hassannia, Mohammad Sina" userId="S::mhasann@emory.edu::e31ae476-97a3-4c8a-9ab2-c74a0d1a08bb" providerId="AD" clId="Web-{ADA30BB8-8E66-DB3F-18CF-E78E9816B589}" dt="2025-04-21T21:13:38.966" v="250" actId="14100"/>
          <ac:picMkLst>
            <pc:docMk/>
            <pc:sldMk cId="2863739839" sldId="283"/>
            <ac:picMk id="21" creationId="{ECEA1953-CC72-EE8E-A705-C0A61635298E}"/>
          </ac:picMkLst>
        </pc:picChg>
      </pc:sldChg>
      <pc:sldChg chg="addSp delSp modSp add replId">
        <pc:chgData name="Hassannia, Mohammad Sina" userId="S::mhasann@emory.edu::e31ae476-97a3-4c8a-9ab2-c74a0d1a08bb" providerId="AD" clId="Web-{ADA30BB8-8E66-DB3F-18CF-E78E9816B589}" dt="2025-04-21T21:20:39.543" v="281" actId="1076"/>
        <pc:sldMkLst>
          <pc:docMk/>
          <pc:sldMk cId="2477706877" sldId="284"/>
        </pc:sldMkLst>
        <pc:spChg chg="add del mod">
          <ac:chgData name="Hassannia, Mohammad Sina" userId="S::mhasann@emory.edu::e31ae476-97a3-4c8a-9ab2-c74a0d1a08bb" providerId="AD" clId="Web-{ADA30BB8-8E66-DB3F-18CF-E78E9816B589}" dt="2025-04-21T21:19:24.900" v="268"/>
          <ac:spMkLst>
            <pc:docMk/>
            <pc:sldMk cId="2477706877" sldId="284"/>
            <ac:spMk id="4" creationId="{6717C18A-A1BC-8AA4-6F54-CF2D23D362C6}"/>
          </ac:spMkLst>
        </pc:spChg>
        <pc:spChg chg="add del mod">
          <ac:chgData name="Hassannia, Mohammad Sina" userId="S::mhasann@emory.edu::e31ae476-97a3-4c8a-9ab2-c74a0d1a08bb" providerId="AD" clId="Web-{ADA30BB8-8E66-DB3F-18CF-E78E9816B589}" dt="2025-04-21T21:19:51.932" v="275" actId="14100"/>
          <ac:spMkLst>
            <pc:docMk/>
            <pc:sldMk cId="2477706877" sldId="284"/>
            <ac:spMk id="13" creationId="{49DEDEAF-6C2E-77F5-D37D-E4D20697B18F}"/>
          </ac:spMkLst>
        </pc:spChg>
        <pc:spChg chg="mod">
          <ac:chgData name="Hassannia, Mohammad Sina" userId="S::mhasann@emory.edu::e31ae476-97a3-4c8a-9ab2-c74a0d1a08bb" providerId="AD" clId="Web-{ADA30BB8-8E66-DB3F-18CF-E78E9816B589}" dt="2025-04-21T21:18:33.882" v="253" actId="20577"/>
          <ac:spMkLst>
            <pc:docMk/>
            <pc:sldMk cId="2477706877" sldId="284"/>
            <ac:spMk id="19" creationId="{08CA9FA3-3562-5162-D066-42B323B5E013}"/>
          </ac:spMkLst>
        </pc:spChg>
        <pc:picChg chg="add del mod">
          <ac:chgData name="Hassannia, Mohammad Sina" userId="S::mhasann@emory.edu::e31ae476-97a3-4c8a-9ab2-c74a0d1a08bb" providerId="AD" clId="Web-{ADA30BB8-8E66-DB3F-18CF-E78E9816B589}" dt="2025-04-21T21:19:18.884" v="264"/>
          <ac:picMkLst>
            <pc:docMk/>
            <pc:sldMk cId="2477706877" sldId="284"/>
            <ac:picMk id="3" creationId="{63080487-A5B0-B46C-8468-EE4B447BD8E0}"/>
          </ac:picMkLst>
        </pc:picChg>
        <pc:picChg chg="add mod">
          <ac:chgData name="Hassannia, Mohammad Sina" userId="S::mhasann@emory.edu::e31ae476-97a3-4c8a-9ab2-c74a0d1a08bb" providerId="AD" clId="Web-{ADA30BB8-8E66-DB3F-18CF-E78E9816B589}" dt="2025-04-21T21:20:39.543" v="281" actId="1076"/>
          <ac:picMkLst>
            <pc:docMk/>
            <pc:sldMk cId="2477706877" sldId="284"/>
            <ac:picMk id="6" creationId="{8787CAA0-CB44-364F-7211-BD7716BF22B7}"/>
          </ac:picMkLst>
        </pc:picChg>
        <pc:picChg chg="del">
          <ac:chgData name="Hassannia, Mohammad Sina" userId="S::mhasann@emory.edu::e31ae476-97a3-4c8a-9ab2-c74a0d1a08bb" providerId="AD" clId="Web-{ADA30BB8-8E66-DB3F-18CF-E78E9816B589}" dt="2025-04-21T21:18:37.336" v="254"/>
          <ac:picMkLst>
            <pc:docMk/>
            <pc:sldMk cId="2477706877" sldId="284"/>
            <ac:picMk id="20" creationId="{E0E21364-2206-9A3A-FE46-8EF82E208A9B}"/>
          </ac:picMkLst>
        </pc:picChg>
        <pc:picChg chg="del">
          <ac:chgData name="Hassannia, Mohammad Sina" userId="S::mhasann@emory.edu::e31ae476-97a3-4c8a-9ab2-c74a0d1a08bb" providerId="AD" clId="Web-{ADA30BB8-8E66-DB3F-18CF-E78E9816B589}" dt="2025-04-21T21:18:38.258" v="255"/>
          <ac:picMkLst>
            <pc:docMk/>
            <pc:sldMk cId="2477706877" sldId="284"/>
            <ac:picMk id="21" creationId="{08302A78-4A8F-F7E0-09ED-918D53618683}"/>
          </ac:picMkLst>
        </pc:picChg>
      </pc:sldChg>
      <pc:sldChg chg="addSp delSp modSp add replId">
        <pc:chgData name="Hassannia, Mohammad Sina" userId="S::mhasann@emory.edu::e31ae476-97a3-4c8a-9ab2-c74a0d1a08bb" providerId="AD" clId="Web-{ADA30BB8-8E66-DB3F-18CF-E78E9816B589}" dt="2025-04-21T21:29:29.905" v="320" actId="1076"/>
        <pc:sldMkLst>
          <pc:docMk/>
          <pc:sldMk cId="1942187988" sldId="285"/>
        </pc:sldMkLst>
        <pc:spChg chg="mod">
          <ac:chgData name="Hassannia, Mohammad Sina" userId="S::mhasann@emory.edu::e31ae476-97a3-4c8a-9ab2-c74a0d1a08bb" providerId="AD" clId="Web-{ADA30BB8-8E66-DB3F-18CF-E78E9816B589}" dt="2025-04-21T21:29:16.623" v="316" actId="20577"/>
          <ac:spMkLst>
            <pc:docMk/>
            <pc:sldMk cId="1942187988" sldId="285"/>
            <ac:spMk id="13" creationId="{FD87DE4C-99E4-385E-84FF-5D926EA639C8}"/>
          </ac:spMkLst>
        </pc:spChg>
        <pc:spChg chg="mod">
          <ac:chgData name="Hassannia, Mohammad Sina" userId="S::mhasann@emory.edu::e31ae476-97a3-4c8a-9ab2-c74a0d1a08bb" providerId="AD" clId="Web-{ADA30BB8-8E66-DB3F-18CF-E78E9816B589}" dt="2025-04-21T21:29:29.905" v="320" actId="1076"/>
          <ac:spMkLst>
            <pc:docMk/>
            <pc:sldMk cId="1942187988" sldId="285"/>
            <ac:spMk id="19" creationId="{FD7130BF-CD7B-9CA6-BC69-3656E293FC8E}"/>
          </ac:spMkLst>
        </pc:spChg>
        <pc:picChg chg="add mod modCrop">
          <ac:chgData name="Hassannia, Mohammad Sina" userId="S::mhasann@emory.edu::e31ae476-97a3-4c8a-9ab2-c74a0d1a08bb" providerId="AD" clId="Web-{ADA30BB8-8E66-DB3F-18CF-E78E9816B589}" dt="2025-04-21T21:25:38.475" v="290" actId="1076"/>
          <ac:picMkLst>
            <pc:docMk/>
            <pc:sldMk cId="1942187988" sldId="285"/>
            <ac:picMk id="3" creationId="{CC8E3AC7-B0B3-AA84-10E9-F302A8A9BA84}"/>
          </ac:picMkLst>
        </pc:picChg>
        <pc:picChg chg="add mod">
          <ac:chgData name="Hassannia, Mohammad Sina" userId="S::mhasann@emory.edu::e31ae476-97a3-4c8a-9ab2-c74a0d1a08bb" providerId="AD" clId="Web-{ADA30BB8-8E66-DB3F-18CF-E78E9816B589}" dt="2025-04-21T21:26:22.164" v="293" actId="1076"/>
          <ac:picMkLst>
            <pc:docMk/>
            <pc:sldMk cId="1942187988" sldId="285"/>
            <ac:picMk id="4" creationId="{3442A90B-FCE4-BF7A-353C-DC6DDB85330D}"/>
          </ac:picMkLst>
        </pc:picChg>
        <pc:picChg chg="del">
          <ac:chgData name="Hassannia, Mohammad Sina" userId="S::mhasann@emory.edu::e31ae476-97a3-4c8a-9ab2-c74a0d1a08bb" providerId="AD" clId="Web-{ADA30BB8-8E66-DB3F-18CF-E78E9816B589}" dt="2025-04-21T21:24:58.849" v="282"/>
          <ac:picMkLst>
            <pc:docMk/>
            <pc:sldMk cId="1942187988" sldId="285"/>
            <ac:picMk id="20" creationId="{083B6D1C-9759-8319-D63D-789A4815493D}"/>
          </ac:picMkLst>
        </pc:picChg>
        <pc:picChg chg="del">
          <ac:chgData name="Hassannia, Mohammad Sina" userId="S::mhasann@emory.edu::e31ae476-97a3-4c8a-9ab2-c74a0d1a08bb" providerId="AD" clId="Web-{ADA30BB8-8E66-DB3F-18CF-E78E9816B589}" dt="2025-04-21T21:24:59.583" v="283"/>
          <ac:picMkLst>
            <pc:docMk/>
            <pc:sldMk cId="1942187988" sldId="285"/>
            <ac:picMk id="21" creationId="{B1161115-9556-04D3-0DD5-BCFE08145B01}"/>
          </ac:picMkLst>
        </pc:picChg>
      </pc:sldChg>
      <pc:sldChg chg="modSp add replId">
        <pc:chgData name="Hassannia, Mohammad Sina" userId="S::mhasann@emory.edu::e31ae476-97a3-4c8a-9ab2-c74a0d1a08bb" providerId="AD" clId="Web-{ADA30BB8-8E66-DB3F-18CF-E78E9816B589}" dt="2025-04-21T21:48:03.990" v="502" actId="20577"/>
        <pc:sldMkLst>
          <pc:docMk/>
          <pc:sldMk cId="1445452083" sldId="286"/>
        </pc:sldMkLst>
        <pc:spChg chg="mod">
          <ac:chgData name="Hassannia, Mohammad Sina" userId="S::mhasann@emory.edu::e31ae476-97a3-4c8a-9ab2-c74a0d1a08bb" providerId="AD" clId="Web-{ADA30BB8-8E66-DB3F-18CF-E78E9816B589}" dt="2025-04-21T21:48:03.990" v="502" actId="20577"/>
          <ac:spMkLst>
            <pc:docMk/>
            <pc:sldMk cId="1445452083" sldId="286"/>
            <ac:spMk id="15" creationId="{8AE85D51-EBBA-56C0-7097-32C9094AB0CC}"/>
          </ac:spMkLst>
        </pc:spChg>
      </pc:sldChg>
      <pc:sldChg chg="add del replId">
        <pc:chgData name="Hassannia, Mohammad Sina" userId="S::mhasann@emory.edu::e31ae476-97a3-4c8a-9ab2-c74a0d1a08bb" providerId="AD" clId="Web-{ADA30BB8-8E66-DB3F-18CF-E78E9816B589}" dt="2025-04-21T21:48:07.412" v="503"/>
        <pc:sldMkLst>
          <pc:docMk/>
          <pc:sldMk cId="3442576072" sldId="287"/>
        </pc:sldMkLst>
      </pc:sldChg>
      <pc:sldChg chg="addSp modSp add ord replId">
        <pc:chgData name="Hassannia, Mohammad Sina" userId="S::mhasann@emory.edu::e31ae476-97a3-4c8a-9ab2-c74a0d1a08bb" providerId="AD" clId="Web-{ADA30BB8-8E66-DB3F-18CF-E78E9816B589}" dt="2025-04-21T21:39:52.082" v="413" actId="1076"/>
        <pc:sldMkLst>
          <pc:docMk/>
          <pc:sldMk cId="3856178376" sldId="288"/>
        </pc:sldMkLst>
        <pc:spChg chg="add mod">
          <ac:chgData name="Hassannia, Mohammad Sina" userId="S::mhasann@emory.edu::e31ae476-97a3-4c8a-9ab2-c74a0d1a08bb" providerId="AD" clId="Web-{ADA30BB8-8E66-DB3F-18CF-E78E9816B589}" dt="2025-04-21T21:39:48.395" v="412" actId="1076"/>
          <ac:spMkLst>
            <pc:docMk/>
            <pc:sldMk cId="3856178376" sldId="288"/>
            <ac:spMk id="3" creationId="{9E366F02-5C21-1579-AC86-0D9679EDF66E}"/>
          </ac:spMkLst>
        </pc:spChg>
        <pc:spChg chg="add mod">
          <ac:chgData name="Hassannia, Mohammad Sina" userId="S::mhasann@emory.edu::e31ae476-97a3-4c8a-9ab2-c74a0d1a08bb" providerId="AD" clId="Web-{ADA30BB8-8E66-DB3F-18CF-E78E9816B589}" dt="2025-04-21T21:39:52.082" v="413" actId="1076"/>
          <ac:spMkLst>
            <pc:docMk/>
            <pc:sldMk cId="3856178376" sldId="288"/>
            <ac:spMk id="6" creationId="{42EBF07D-DB11-7A5C-F5D0-711B158895A9}"/>
          </ac:spMkLst>
        </pc:spChg>
        <pc:spChg chg="mod">
          <ac:chgData name="Hassannia, Mohammad Sina" userId="S::mhasann@emory.edu::e31ae476-97a3-4c8a-9ab2-c74a0d1a08bb" providerId="AD" clId="Web-{ADA30BB8-8E66-DB3F-18CF-E78E9816B589}" dt="2025-04-21T21:36:18.028" v="344" actId="20577"/>
          <ac:spMkLst>
            <pc:docMk/>
            <pc:sldMk cId="3856178376" sldId="288"/>
            <ac:spMk id="15" creationId="{7467A4C6-F606-035A-F440-50D925EA57C1}"/>
          </ac:spMkLst>
        </pc:spChg>
        <pc:spChg chg="mod">
          <ac:chgData name="Hassannia, Mohammad Sina" userId="S::mhasann@emory.edu::e31ae476-97a3-4c8a-9ab2-c74a0d1a08bb" providerId="AD" clId="Web-{ADA30BB8-8E66-DB3F-18CF-E78E9816B589}" dt="2025-04-21T21:38:22.064" v="386" actId="20577"/>
          <ac:spMkLst>
            <pc:docMk/>
            <pc:sldMk cId="3856178376" sldId="288"/>
            <ac:spMk id="32" creationId="{40C9F90F-93EF-D63D-AA67-EF24ADC7FC3D}"/>
          </ac:spMkLst>
        </pc:spChg>
      </pc:sldChg>
    </pc:docChg>
  </pc:docChgLst>
  <pc:docChgLst>
    <pc:chgData name="Panchumarthi, Lovely Yeswanth" userId="S::lpanch2@emory.edu::81da301a-62f0-49d3-9049-9743b9f2d4ea" providerId="AD" clId="Web-{3DF3CF61-426A-C5B2-E086-A236C4149BCC}"/>
    <pc:docChg chg="modSld">
      <pc:chgData name="Panchumarthi, Lovely Yeswanth" userId="S::lpanch2@emory.edu::81da301a-62f0-49d3-9049-9743b9f2d4ea" providerId="AD" clId="Web-{3DF3CF61-426A-C5B2-E086-A236C4149BCC}" dt="2025-04-22T03:09:05.312" v="25"/>
      <pc:docMkLst>
        <pc:docMk/>
      </pc:docMkLst>
      <pc:sldChg chg="addSp delSp modSp">
        <pc:chgData name="Panchumarthi, Lovely Yeswanth" userId="S::lpanch2@emory.edu::81da301a-62f0-49d3-9049-9743b9f2d4ea" providerId="AD" clId="Web-{3DF3CF61-426A-C5B2-E086-A236C4149BCC}" dt="2025-04-22T03:09:05.312" v="25"/>
        <pc:sldMkLst>
          <pc:docMk/>
          <pc:sldMk cId="735264327" sldId="280"/>
        </pc:sldMkLst>
        <pc:spChg chg="mod">
          <ac:chgData name="Panchumarthi, Lovely Yeswanth" userId="S::lpanch2@emory.edu::81da301a-62f0-49d3-9049-9743b9f2d4ea" providerId="AD" clId="Web-{3DF3CF61-426A-C5B2-E086-A236C4149BCC}" dt="2025-04-22T03:05:15.625" v="21" actId="1076"/>
          <ac:spMkLst>
            <pc:docMk/>
            <pc:sldMk cId="735264327" sldId="280"/>
            <ac:spMk id="3" creationId="{D0555E3F-EC78-4584-379B-6DDE038D6AAA}"/>
          </ac:spMkLst>
        </pc:spChg>
        <pc:spChg chg="mod">
          <ac:chgData name="Panchumarthi, Lovely Yeswanth" userId="S::lpanch2@emory.edu::81da301a-62f0-49d3-9049-9743b9f2d4ea" providerId="AD" clId="Web-{3DF3CF61-426A-C5B2-E086-A236C4149BCC}" dt="2025-04-22T03:05:20.516" v="22" actId="1076"/>
          <ac:spMkLst>
            <pc:docMk/>
            <pc:sldMk cId="735264327" sldId="280"/>
            <ac:spMk id="17" creationId="{17D06E84-0789-3527-DA96-78B9C24272E2}"/>
          </ac:spMkLst>
        </pc:spChg>
        <pc:spChg chg="mod">
          <ac:chgData name="Panchumarthi, Lovely Yeswanth" userId="S::lpanch2@emory.edu::81da301a-62f0-49d3-9049-9743b9f2d4ea" providerId="AD" clId="Web-{3DF3CF61-426A-C5B2-E086-A236C4149BCC}" dt="2025-04-22T03:05:07.968" v="19" actId="1076"/>
          <ac:spMkLst>
            <pc:docMk/>
            <pc:sldMk cId="735264327" sldId="280"/>
            <ac:spMk id="19" creationId="{5DE2CF3B-7FF3-B76C-D56B-09E61832E6E8}"/>
          </ac:spMkLst>
        </pc:spChg>
        <pc:picChg chg="mod">
          <ac:chgData name="Panchumarthi, Lovely Yeswanth" userId="S::lpanch2@emory.edu::81da301a-62f0-49d3-9049-9743b9f2d4ea" providerId="AD" clId="Web-{3DF3CF61-426A-C5B2-E086-A236C4149BCC}" dt="2025-04-22T03:04:49.279" v="13" actId="1076"/>
          <ac:picMkLst>
            <pc:docMk/>
            <pc:sldMk cId="735264327" sldId="280"/>
            <ac:picMk id="2" creationId="{4ED49828-EDB3-C0BE-B99C-3B06F65FC7C8}"/>
          </ac:picMkLst>
        </pc:picChg>
        <pc:picChg chg="add del mod">
          <ac:chgData name="Panchumarthi, Lovely Yeswanth" userId="S::lpanch2@emory.edu::81da301a-62f0-49d3-9049-9743b9f2d4ea" providerId="AD" clId="Web-{3DF3CF61-426A-C5B2-E086-A236C4149BCC}" dt="2025-04-22T03:09:05.312" v="25"/>
          <ac:picMkLst>
            <pc:docMk/>
            <pc:sldMk cId="735264327" sldId="280"/>
            <ac:picMk id="16" creationId="{6FEF4857-C7B3-67AF-EB9F-2523EC973FBA}"/>
          </ac:picMkLst>
        </pc:picChg>
        <pc:picChg chg="mod">
          <ac:chgData name="Panchumarthi, Lovely Yeswanth" userId="S::lpanch2@emory.edu::81da301a-62f0-49d3-9049-9743b9f2d4ea" providerId="AD" clId="Web-{3DF3CF61-426A-C5B2-E086-A236C4149BCC}" dt="2025-04-22T03:05:04.421" v="18" actId="1076"/>
          <ac:picMkLst>
            <pc:docMk/>
            <pc:sldMk cId="735264327" sldId="280"/>
            <ac:picMk id="18" creationId="{F36DA259-2702-6973-17CF-849BCD5C839E}"/>
          </ac:picMkLst>
        </pc:picChg>
        <pc:picChg chg="mod">
          <ac:chgData name="Panchumarthi, Lovely Yeswanth" userId="S::lpanch2@emory.edu::81da301a-62f0-49d3-9049-9743b9f2d4ea" providerId="AD" clId="Web-{3DF3CF61-426A-C5B2-E086-A236C4149BCC}" dt="2025-04-22T03:05:00.827" v="17" actId="1076"/>
          <ac:picMkLst>
            <pc:docMk/>
            <pc:sldMk cId="735264327" sldId="280"/>
            <ac:picMk id="20" creationId="{F511125B-D813-F279-76AF-AABDF1DD8D89}"/>
          </ac:picMkLst>
        </pc:picChg>
      </pc:sldChg>
      <pc:sldChg chg="addSp modSp">
        <pc:chgData name="Panchumarthi, Lovely Yeswanth" userId="S::lpanch2@emory.edu::81da301a-62f0-49d3-9049-9743b9f2d4ea" providerId="AD" clId="Web-{3DF3CF61-426A-C5B2-E086-A236C4149BCC}" dt="2025-04-22T03:03:36.696" v="3" actId="20577"/>
        <pc:sldMkLst>
          <pc:docMk/>
          <pc:sldMk cId="3856178376" sldId="288"/>
        </pc:sldMkLst>
        <pc:spChg chg="add mod">
          <ac:chgData name="Panchumarthi, Lovely Yeswanth" userId="S::lpanch2@emory.edu::81da301a-62f0-49d3-9049-9743b9f2d4ea" providerId="AD" clId="Web-{3DF3CF61-426A-C5B2-E086-A236C4149BCC}" dt="2025-04-22T03:03:36.696" v="3" actId="20577"/>
          <ac:spMkLst>
            <pc:docMk/>
            <pc:sldMk cId="3856178376" sldId="288"/>
            <ac:spMk id="2" creationId="{9FE789B2-6E4D-DBB7-FA74-FF21FAC8B283}"/>
          </ac:spMkLst>
        </pc:spChg>
      </pc:sldChg>
    </pc:docChg>
  </pc:docChgLst>
  <pc:docChgLst>
    <pc:chgData name="Hassannia, Mohammad Sina" userId="S::mhasann@emory.edu::e31ae476-97a3-4c8a-9ab2-c74a0d1a08bb" providerId="AD" clId="Web-{53F5CA44-69CA-01AF-3B5D-CB238E368582}"/>
    <pc:docChg chg="modSld">
      <pc:chgData name="Hassannia, Mohammad Sina" userId="S::mhasann@emory.edu::e31ae476-97a3-4c8a-9ab2-c74a0d1a08bb" providerId="AD" clId="Web-{53F5CA44-69CA-01AF-3B5D-CB238E368582}" dt="2025-04-24T01:22:28.237" v="46" actId="1076"/>
      <pc:docMkLst>
        <pc:docMk/>
      </pc:docMkLst>
      <pc:sldChg chg="addSp delSp modSp">
        <pc:chgData name="Hassannia, Mohammad Sina" userId="S::mhasann@emory.edu::e31ae476-97a3-4c8a-9ab2-c74a0d1a08bb" providerId="AD" clId="Web-{53F5CA44-69CA-01AF-3B5D-CB238E368582}" dt="2025-04-24T01:15:27.817" v="3" actId="1076"/>
        <pc:sldMkLst>
          <pc:docMk/>
          <pc:sldMk cId="3856178376" sldId="288"/>
        </pc:sldMkLst>
        <pc:spChg chg="add del mod">
          <ac:chgData name="Hassannia, Mohammad Sina" userId="S::mhasann@emory.edu::e31ae476-97a3-4c8a-9ab2-c74a0d1a08bb" providerId="AD" clId="Web-{53F5CA44-69CA-01AF-3B5D-CB238E368582}" dt="2025-04-24T01:15:19.035" v="1"/>
          <ac:spMkLst>
            <pc:docMk/>
            <pc:sldMk cId="3856178376" sldId="288"/>
            <ac:spMk id="3" creationId="{9C1DC87D-8C4E-37CD-3BA6-11A1304FA97C}"/>
          </ac:spMkLst>
        </pc:spChg>
        <pc:picChg chg="add mod ord">
          <ac:chgData name="Hassannia, Mohammad Sina" userId="S::mhasann@emory.edu::e31ae476-97a3-4c8a-9ab2-c74a0d1a08bb" providerId="AD" clId="Web-{53F5CA44-69CA-01AF-3B5D-CB238E368582}" dt="2025-04-24T01:15:27.817" v="3" actId="1076"/>
          <ac:picMkLst>
            <pc:docMk/>
            <pc:sldMk cId="3856178376" sldId="288"/>
            <ac:picMk id="4" creationId="{E214CE37-7888-37DE-E857-6A3D25E7BBB6}"/>
          </ac:picMkLst>
        </pc:picChg>
        <pc:picChg chg="del">
          <ac:chgData name="Hassannia, Mohammad Sina" userId="S::mhasann@emory.edu::e31ae476-97a3-4c8a-9ab2-c74a0d1a08bb" providerId="AD" clId="Web-{53F5CA44-69CA-01AF-3B5D-CB238E368582}" dt="2025-04-24T01:15:16.847" v="0"/>
          <ac:picMkLst>
            <pc:docMk/>
            <pc:sldMk cId="3856178376" sldId="288"/>
            <ac:picMk id="16" creationId="{16C6C919-A693-57D6-E421-810443D1FEA3}"/>
          </ac:picMkLst>
        </pc:picChg>
      </pc:sldChg>
      <pc:sldChg chg="modSp modNotes">
        <pc:chgData name="Hassannia, Mohammad Sina" userId="S::mhasann@emory.edu::e31ae476-97a3-4c8a-9ab2-c74a0d1a08bb" providerId="AD" clId="Web-{53F5CA44-69CA-01AF-3B5D-CB238E368582}" dt="2025-04-24T01:22:28.237" v="46" actId="1076"/>
        <pc:sldMkLst>
          <pc:docMk/>
          <pc:sldMk cId="809190188" sldId="291"/>
        </pc:sldMkLst>
        <pc:spChg chg="mod">
          <ac:chgData name="Hassannia, Mohammad Sina" userId="S::mhasann@emory.edu::e31ae476-97a3-4c8a-9ab2-c74a0d1a08bb" providerId="AD" clId="Web-{53F5CA44-69CA-01AF-3B5D-CB238E368582}" dt="2025-04-24T01:20:12.556" v="44" actId="20577"/>
          <ac:spMkLst>
            <pc:docMk/>
            <pc:sldMk cId="809190188" sldId="291"/>
            <ac:spMk id="13" creationId="{F4BFD842-47DB-B8A6-7C5B-DAB4A5DAA897}"/>
          </ac:spMkLst>
        </pc:spChg>
        <pc:spChg chg="mod">
          <ac:chgData name="Hassannia, Mohammad Sina" userId="S::mhasann@emory.edu::e31ae476-97a3-4c8a-9ab2-c74a0d1a08bb" providerId="AD" clId="Web-{53F5CA44-69CA-01AF-3B5D-CB238E368582}" dt="2025-04-24T01:20:26.822" v="45" actId="1076"/>
          <ac:spMkLst>
            <pc:docMk/>
            <pc:sldMk cId="809190188" sldId="291"/>
            <ac:spMk id="19" creationId="{B439F78D-4EB2-B83A-77E1-69B91CC43797}"/>
          </ac:spMkLst>
        </pc:spChg>
        <pc:picChg chg="mod">
          <ac:chgData name="Hassannia, Mohammad Sina" userId="S::mhasann@emory.edu::e31ae476-97a3-4c8a-9ab2-c74a0d1a08bb" providerId="AD" clId="Web-{53F5CA44-69CA-01AF-3B5D-CB238E368582}" dt="2025-04-24T01:22:28.237" v="46" actId="1076"/>
          <ac:picMkLst>
            <pc:docMk/>
            <pc:sldMk cId="809190188" sldId="291"/>
            <ac:picMk id="6" creationId="{6CC563D7-F09C-834A-E797-4A3FC4B92B86}"/>
          </ac:picMkLst>
        </pc:picChg>
      </pc:sldChg>
    </pc:docChg>
  </pc:docChgLst>
  <pc:docChgLst>
    <pc:chgData name="Hassannia, Mohammad Sina" userId="S::mhasann@emory.edu::e31ae476-97a3-4c8a-9ab2-c74a0d1a08bb" providerId="AD" clId="Web-{8FB7CEC7-E607-1345-86AF-5D76BFD9F9BF}"/>
    <pc:docChg chg="addSld modSld">
      <pc:chgData name="Hassannia, Mohammad Sina" userId="S::mhasann@emory.edu::e31ae476-97a3-4c8a-9ab2-c74a0d1a08bb" providerId="AD" clId="Web-{8FB7CEC7-E607-1345-86AF-5D76BFD9F9BF}" dt="2025-04-23T03:00:21.352" v="113" actId="1076"/>
      <pc:docMkLst>
        <pc:docMk/>
      </pc:docMkLst>
      <pc:sldChg chg="addSp delSp modSp">
        <pc:chgData name="Hassannia, Mohammad Sina" userId="S::mhasann@emory.edu::e31ae476-97a3-4c8a-9ab2-c74a0d1a08bb" providerId="AD" clId="Web-{8FB7CEC7-E607-1345-86AF-5D76BFD9F9BF}" dt="2025-04-23T03:00:21.352" v="113" actId="1076"/>
        <pc:sldMkLst>
          <pc:docMk/>
          <pc:sldMk cId="1942187988" sldId="285"/>
        </pc:sldMkLst>
        <pc:spChg chg="add del mod">
          <ac:chgData name="Hassannia, Mohammad Sina" userId="S::mhasann@emory.edu::e31ae476-97a3-4c8a-9ab2-c74a0d1a08bb" providerId="AD" clId="Web-{8FB7CEC7-E607-1345-86AF-5D76BFD9F9BF}" dt="2025-04-23T02:34:55.376" v="2"/>
          <ac:spMkLst>
            <pc:docMk/>
            <pc:sldMk cId="1942187988" sldId="285"/>
            <ac:spMk id="6" creationId="{28029FCB-55A8-1202-69FD-9BB52E904293}"/>
          </ac:spMkLst>
        </pc:spChg>
        <pc:picChg chg="mod">
          <ac:chgData name="Hassannia, Mohammad Sina" userId="S::mhasann@emory.edu::e31ae476-97a3-4c8a-9ab2-c74a0d1a08bb" providerId="AD" clId="Web-{8FB7CEC7-E607-1345-86AF-5D76BFD9F9BF}" dt="2025-04-23T03:00:21.352" v="113" actId="1076"/>
          <ac:picMkLst>
            <pc:docMk/>
            <pc:sldMk cId="1942187988" sldId="285"/>
            <ac:picMk id="3" creationId="{CC8E3AC7-B0B3-AA84-10E9-F302A8A9BA84}"/>
          </ac:picMkLst>
        </pc:picChg>
        <pc:picChg chg="del">
          <ac:chgData name="Hassannia, Mohammad Sina" userId="S::mhasann@emory.edu::e31ae476-97a3-4c8a-9ab2-c74a0d1a08bb" providerId="AD" clId="Web-{8FB7CEC7-E607-1345-86AF-5D76BFD9F9BF}" dt="2025-04-23T03:00:16.586" v="112"/>
          <ac:picMkLst>
            <pc:docMk/>
            <pc:sldMk cId="1942187988" sldId="285"/>
            <ac:picMk id="4" creationId="{3442A90B-FCE4-BF7A-353C-DC6DDB85330D}"/>
          </ac:picMkLst>
        </pc:picChg>
      </pc:sldChg>
      <pc:sldChg chg="addSp delSp modSp">
        <pc:chgData name="Hassannia, Mohammad Sina" userId="S::mhasann@emory.edu::e31ae476-97a3-4c8a-9ab2-c74a0d1a08bb" providerId="AD" clId="Web-{8FB7CEC7-E607-1345-86AF-5D76BFD9F9BF}" dt="2025-04-23T02:57:27.409" v="111" actId="1076"/>
        <pc:sldMkLst>
          <pc:docMk/>
          <pc:sldMk cId="3856178376" sldId="288"/>
        </pc:sldMkLst>
        <pc:spChg chg="del">
          <ac:chgData name="Hassannia, Mohammad Sina" userId="S::mhasann@emory.edu::e31ae476-97a3-4c8a-9ab2-c74a0d1a08bb" providerId="AD" clId="Web-{8FB7CEC7-E607-1345-86AF-5D76BFD9F9BF}" dt="2025-04-23T02:55:17.982" v="98"/>
          <ac:spMkLst>
            <pc:docMk/>
            <pc:sldMk cId="3856178376" sldId="288"/>
            <ac:spMk id="2" creationId="{9FE789B2-6E4D-DBB7-FA74-FF21FAC8B283}"/>
          </ac:spMkLst>
        </pc:spChg>
        <pc:spChg chg="del">
          <ac:chgData name="Hassannia, Mohammad Sina" userId="S::mhasann@emory.edu::e31ae476-97a3-4c8a-9ab2-c74a0d1a08bb" providerId="AD" clId="Web-{8FB7CEC7-E607-1345-86AF-5D76BFD9F9BF}" dt="2025-04-23T02:55:17.982" v="100"/>
          <ac:spMkLst>
            <pc:docMk/>
            <pc:sldMk cId="3856178376" sldId="288"/>
            <ac:spMk id="3" creationId="{9E366F02-5C21-1579-AC86-0D9679EDF66E}"/>
          </ac:spMkLst>
        </pc:spChg>
        <pc:spChg chg="del">
          <ac:chgData name="Hassannia, Mohammad Sina" userId="S::mhasann@emory.edu::e31ae476-97a3-4c8a-9ab2-c74a0d1a08bb" providerId="AD" clId="Web-{8FB7CEC7-E607-1345-86AF-5D76BFD9F9BF}" dt="2025-04-23T02:55:17.982" v="99"/>
          <ac:spMkLst>
            <pc:docMk/>
            <pc:sldMk cId="3856178376" sldId="288"/>
            <ac:spMk id="6" creationId="{42EBF07D-DB11-7A5C-F5D0-711B158895A9}"/>
          </ac:spMkLst>
        </pc:spChg>
        <pc:spChg chg="add del mod">
          <ac:chgData name="Hassannia, Mohammad Sina" userId="S::mhasann@emory.edu::e31ae476-97a3-4c8a-9ab2-c74a0d1a08bb" providerId="AD" clId="Web-{8FB7CEC7-E607-1345-86AF-5D76BFD9F9BF}" dt="2025-04-23T02:55:38.498" v="105"/>
          <ac:spMkLst>
            <pc:docMk/>
            <pc:sldMk cId="3856178376" sldId="288"/>
            <ac:spMk id="13" creationId="{B11D9421-6B25-20C0-387F-646A7F1DDD30}"/>
          </ac:spMkLst>
        </pc:spChg>
        <pc:spChg chg="add del mod">
          <ac:chgData name="Hassannia, Mohammad Sina" userId="S::mhasann@emory.edu::e31ae476-97a3-4c8a-9ab2-c74a0d1a08bb" providerId="AD" clId="Web-{8FB7CEC7-E607-1345-86AF-5D76BFD9F9BF}" dt="2025-04-23T02:55:36.561" v="104"/>
          <ac:spMkLst>
            <pc:docMk/>
            <pc:sldMk cId="3856178376" sldId="288"/>
            <ac:spMk id="14" creationId="{8DE38229-C578-5E2C-AB1E-AEE3D9C94F99}"/>
          </ac:spMkLst>
        </pc:spChg>
        <pc:spChg chg="del">
          <ac:chgData name="Hassannia, Mohammad Sina" userId="S::mhasann@emory.edu::e31ae476-97a3-4c8a-9ab2-c74a0d1a08bb" providerId="AD" clId="Web-{8FB7CEC7-E607-1345-86AF-5D76BFD9F9BF}" dt="2025-04-23T02:55:18.045" v="101"/>
          <ac:spMkLst>
            <pc:docMk/>
            <pc:sldMk cId="3856178376" sldId="288"/>
            <ac:spMk id="32" creationId="{40C9F90F-93EF-D63D-AA67-EF24ADC7FC3D}"/>
          </ac:spMkLst>
        </pc:spChg>
        <pc:picChg chg="add mod ord modCrop">
          <ac:chgData name="Hassannia, Mohammad Sina" userId="S::mhasann@emory.edu::e31ae476-97a3-4c8a-9ab2-c74a0d1a08bb" providerId="AD" clId="Web-{8FB7CEC7-E607-1345-86AF-5D76BFD9F9BF}" dt="2025-04-23T02:57:27.409" v="111" actId="1076"/>
          <ac:picMkLst>
            <pc:docMk/>
            <pc:sldMk cId="3856178376" sldId="288"/>
            <ac:picMk id="16" creationId="{16C6C919-A693-57D6-E421-810443D1FEA3}"/>
          </ac:picMkLst>
        </pc:picChg>
      </pc:sldChg>
      <pc:sldChg chg="addSp delSp modSp add replId">
        <pc:chgData name="Hassannia, Mohammad Sina" userId="S::mhasann@emory.edu::e31ae476-97a3-4c8a-9ab2-c74a0d1a08bb" providerId="AD" clId="Web-{8FB7CEC7-E607-1345-86AF-5D76BFD9F9BF}" dt="2025-04-23T02:51:56.381" v="97" actId="20577"/>
        <pc:sldMkLst>
          <pc:docMk/>
          <pc:sldMk cId="809190188" sldId="291"/>
        </pc:sldMkLst>
        <pc:spChg chg="mod">
          <ac:chgData name="Hassannia, Mohammad Sina" userId="S::mhasann@emory.edu::e31ae476-97a3-4c8a-9ab2-c74a0d1a08bb" providerId="AD" clId="Web-{8FB7CEC7-E607-1345-86AF-5D76BFD9F9BF}" dt="2025-04-23T02:49:14.516" v="72" actId="20577"/>
          <ac:spMkLst>
            <pc:docMk/>
            <pc:sldMk cId="809190188" sldId="291"/>
            <ac:spMk id="13" creationId="{F4BFD842-47DB-B8A6-7C5B-DAB4A5DAA897}"/>
          </ac:spMkLst>
        </pc:spChg>
        <pc:spChg chg="mod">
          <ac:chgData name="Hassannia, Mohammad Sina" userId="S::mhasann@emory.edu::e31ae476-97a3-4c8a-9ab2-c74a0d1a08bb" providerId="AD" clId="Web-{8FB7CEC7-E607-1345-86AF-5D76BFD9F9BF}" dt="2025-04-23T02:51:56.381" v="97" actId="20577"/>
          <ac:spMkLst>
            <pc:docMk/>
            <pc:sldMk cId="809190188" sldId="291"/>
            <ac:spMk id="19" creationId="{B439F78D-4EB2-B83A-77E1-69B91CC43797}"/>
          </ac:spMkLst>
        </pc:spChg>
        <pc:picChg chg="del">
          <ac:chgData name="Hassannia, Mohammad Sina" userId="S::mhasann@emory.edu::e31ae476-97a3-4c8a-9ab2-c74a0d1a08bb" providerId="AD" clId="Web-{8FB7CEC7-E607-1345-86AF-5D76BFD9F9BF}" dt="2025-04-23T02:41:07.406" v="6"/>
          <ac:picMkLst>
            <pc:docMk/>
            <pc:sldMk cId="809190188" sldId="291"/>
            <ac:picMk id="3" creationId="{5757F21B-2725-3941-0E50-8DCCB822FA48}"/>
          </ac:picMkLst>
        </pc:picChg>
        <pc:picChg chg="del">
          <ac:chgData name="Hassannia, Mohammad Sina" userId="S::mhasann@emory.edu::e31ae476-97a3-4c8a-9ab2-c74a0d1a08bb" providerId="AD" clId="Web-{8FB7CEC7-E607-1345-86AF-5D76BFD9F9BF}" dt="2025-04-23T02:41:05.233" v="5"/>
          <ac:picMkLst>
            <pc:docMk/>
            <pc:sldMk cId="809190188" sldId="291"/>
            <ac:picMk id="4" creationId="{337F7CE0-35F2-FABB-A0A8-268C34AA0560}"/>
          </ac:picMkLst>
        </pc:picChg>
        <pc:picChg chg="add mod">
          <ac:chgData name="Hassannia, Mohammad Sina" userId="S::mhasann@emory.edu::e31ae476-97a3-4c8a-9ab2-c74a0d1a08bb" providerId="AD" clId="Web-{8FB7CEC7-E607-1345-86AF-5D76BFD9F9BF}" dt="2025-04-23T02:49:24.720" v="76" actId="14100"/>
          <ac:picMkLst>
            <pc:docMk/>
            <pc:sldMk cId="809190188" sldId="291"/>
            <ac:picMk id="6" creationId="{6CC563D7-F09C-834A-E797-4A3FC4B92B86}"/>
          </ac:picMkLst>
        </pc:picChg>
        <pc:picChg chg="add mod">
          <ac:chgData name="Hassannia, Mohammad Sina" userId="S::mhasann@emory.edu::e31ae476-97a3-4c8a-9ab2-c74a0d1a08bb" providerId="AD" clId="Web-{8FB7CEC7-E607-1345-86AF-5D76BFD9F9BF}" dt="2025-04-23T02:51:12.286" v="88" actId="1076"/>
          <ac:picMkLst>
            <pc:docMk/>
            <pc:sldMk cId="809190188" sldId="291"/>
            <ac:picMk id="12" creationId="{D29A6F6B-7DCC-64A2-283B-B67CD1A966E8}"/>
          </ac:picMkLst>
        </pc:picChg>
        <pc:picChg chg="add mod">
          <ac:chgData name="Hassannia, Mohammad Sina" userId="S::mhasann@emory.edu::e31ae476-97a3-4c8a-9ab2-c74a0d1a08bb" providerId="AD" clId="Web-{8FB7CEC7-E607-1345-86AF-5D76BFD9F9BF}" dt="2025-04-23T02:51:24.130" v="90" actId="14100"/>
          <ac:picMkLst>
            <pc:docMk/>
            <pc:sldMk cId="809190188" sldId="291"/>
            <ac:picMk id="14" creationId="{F2F5D948-2AC4-1A40-1E1B-A9FF0CCFFD73}"/>
          </ac:picMkLst>
        </pc:picChg>
        <pc:picChg chg="add mod">
          <ac:chgData name="Hassannia, Mohammad Sina" userId="S::mhasann@emory.edu::e31ae476-97a3-4c8a-9ab2-c74a0d1a08bb" providerId="AD" clId="Web-{8FB7CEC7-E607-1345-86AF-5D76BFD9F9BF}" dt="2025-04-23T02:51:31.365" v="91" actId="14100"/>
          <ac:picMkLst>
            <pc:docMk/>
            <pc:sldMk cId="809190188" sldId="291"/>
            <ac:picMk id="15" creationId="{283CC70B-8679-92A0-412D-6D8D75531EB6}"/>
          </ac:picMkLst>
        </pc:picChg>
      </pc:sldChg>
    </pc:docChg>
  </pc:docChgLst>
  <pc:docChgLst>
    <pc:chgData name="Panchumarthi, Lovely Yeswanth" userId="S::lpanch2@emory.edu::81da301a-62f0-49d3-9049-9743b9f2d4ea" providerId="AD" clId="Web-{DF71EA19-F0EF-3B8D-A6AD-F84DC877493B}"/>
    <pc:docChg chg="modSld sldOrd">
      <pc:chgData name="Panchumarthi, Lovely Yeswanth" userId="S::lpanch2@emory.edu::81da301a-62f0-49d3-9049-9743b9f2d4ea" providerId="AD" clId="Web-{DF71EA19-F0EF-3B8D-A6AD-F84DC877493B}" dt="2025-04-23T20:13:46.107" v="6"/>
      <pc:docMkLst>
        <pc:docMk/>
      </pc:docMkLst>
      <pc:sldChg chg="addSp delSp modSp ord">
        <pc:chgData name="Panchumarthi, Lovely Yeswanth" userId="S::lpanch2@emory.edu::81da301a-62f0-49d3-9049-9743b9f2d4ea" providerId="AD" clId="Web-{DF71EA19-F0EF-3B8D-A6AD-F84DC877493B}" dt="2025-04-23T20:13:46.107" v="6"/>
        <pc:sldMkLst>
          <pc:docMk/>
          <pc:sldMk cId="4292797107" sldId="290"/>
        </pc:sldMkLst>
        <pc:spChg chg="del">
          <ac:chgData name="Panchumarthi, Lovely Yeswanth" userId="S::lpanch2@emory.edu::81da301a-62f0-49d3-9049-9743b9f2d4ea" providerId="AD" clId="Web-{DF71EA19-F0EF-3B8D-A6AD-F84DC877493B}" dt="2025-04-23T20:12:20.527" v="0"/>
          <ac:spMkLst>
            <pc:docMk/>
            <pc:sldMk cId="4292797107" sldId="290"/>
            <ac:spMk id="4" creationId="{1F587D56-3247-9D70-3288-1EAA0F4BCEC7}"/>
          </ac:spMkLst>
        </pc:spChg>
        <pc:picChg chg="add mod ord">
          <ac:chgData name="Panchumarthi, Lovely Yeswanth" userId="S::lpanch2@emory.edu::81da301a-62f0-49d3-9049-9743b9f2d4ea" providerId="AD" clId="Web-{DF71EA19-F0EF-3B8D-A6AD-F84DC877493B}" dt="2025-04-23T20:13:18.185" v="5" actId="1076"/>
          <ac:picMkLst>
            <pc:docMk/>
            <pc:sldMk cId="4292797107" sldId="290"/>
            <ac:picMk id="5" creationId="{A598F2AC-3D75-A857-E1D0-D8C20B754DF4}"/>
          </ac:picMkLst>
        </pc:picChg>
      </pc:sldChg>
    </pc:docChg>
  </pc:docChgLst>
  <pc:docChgLst>
    <pc:chgData name="Hassannia, Mohammad Sina" userId="S::mhasann@emory.edu::e31ae476-97a3-4c8a-9ab2-c74a0d1a08bb" providerId="AD" clId="Web-{8DC86F3C-6976-2BE7-3CE0-F9D9B4E564D3}"/>
    <pc:docChg chg="addSld modSld">
      <pc:chgData name="Hassannia, Mohammad Sina" userId="S::mhasann@emory.edu::e31ae476-97a3-4c8a-9ab2-c74a0d1a08bb" providerId="AD" clId="Web-{8DC86F3C-6976-2BE7-3CE0-F9D9B4E564D3}" dt="2025-04-30T15:36:21.355" v="10" actId="1076"/>
      <pc:docMkLst>
        <pc:docMk/>
      </pc:docMkLst>
      <pc:sldChg chg="addSp delSp modSp new">
        <pc:chgData name="Hassannia, Mohammad Sina" userId="S::mhasann@emory.edu::e31ae476-97a3-4c8a-9ab2-c74a0d1a08bb" providerId="AD" clId="Web-{8DC86F3C-6976-2BE7-3CE0-F9D9B4E564D3}" dt="2025-04-30T15:35:02.086" v="6" actId="14100"/>
        <pc:sldMkLst>
          <pc:docMk/>
          <pc:sldMk cId="2362835829" sldId="303"/>
        </pc:sldMkLst>
        <pc:spChg chg="del mod">
          <ac:chgData name="Hassannia, Mohammad Sina" userId="S::mhasann@emory.edu::e31ae476-97a3-4c8a-9ab2-c74a0d1a08bb" providerId="AD" clId="Web-{8DC86F3C-6976-2BE7-3CE0-F9D9B4E564D3}" dt="2025-04-30T15:34:35.804" v="3"/>
          <ac:spMkLst>
            <pc:docMk/>
            <pc:sldMk cId="2362835829" sldId="303"/>
            <ac:spMk id="3" creationId="{0E7BE7BC-E9C1-54E3-B3F4-771C3009F15A}"/>
          </ac:spMkLst>
        </pc:spChg>
        <pc:picChg chg="add mod">
          <ac:chgData name="Hassannia, Mohammad Sina" userId="S::mhasann@emory.edu::e31ae476-97a3-4c8a-9ab2-c74a0d1a08bb" providerId="AD" clId="Web-{8DC86F3C-6976-2BE7-3CE0-F9D9B4E564D3}" dt="2025-04-30T15:35:02.086" v="6" actId="14100"/>
          <ac:picMkLst>
            <pc:docMk/>
            <pc:sldMk cId="2362835829" sldId="303"/>
            <ac:picMk id="5" creationId="{874110B2-CBBA-2DF1-F9B8-DC0163BF5F52}"/>
          </ac:picMkLst>
        </pc:picChg>
      </pc:sldChg>
      <pc:sldChg chg="addSp delSp modSp new">
        <pc:chgData name="Hassannia, Mohammad Sina" userId="S::mhasann@emory.edu::e31ae476-97a3-4c8a-9ab2-c74a0d1a08bb" providerId="AD" clId="Web-{8DC86F3C-6976-2BE7-3CE0-F9D9B4E564D3}" dt="2025-04-30T15:36:21.355" v="10" actId="1076"/>
        <pc:sldMkLst>
          <pc:docMk/>
          <pc:sldMk cId="317354579" sldId="304"/>
        </pc:sldMkLst>
        <pc:spChg chg="del">
          <ac:chgData name="Hassannia, Mohammad Sina" userId="S::mhasann@emory.edu::e31ae476-97a3-4c8a-9ab2-c74a0d1a08bb" providerId="AD" clId="Web-{8DC86F3C-6976-2BE7-3CE0-F9D9B4E564D3}" dt="2025-04-30T15:36:16.417" v="8"/>
          <ac:spMkLst>
            <pc:docMk/>
            <pc:sldMk cId="317354579" sldId="304"/>
            <ac:spMk id="3" creationId="{5F849963-9933-5DFA-3EE6-E2245041FB68}"/>
          </ac:spMkLst>
        </pc:spChg>
        <pc:picChg chg="add mod">
          <ac:chgData name="Hassannia, Mohammad Sina" userId="S::mhasann@emory.edu::e31ae476-97a3-4c8a-9ab2-c74a0d1a08bb" providerId="AD" clId="Web-{8DC86F3C-6976-2BE7-3CE0-F9D9B4E564D3}" dt="2025-04-30T15:36:21.355" v="10" actId="1076"/>
          <ac:picMkLst>
            <pc:docMk/>
            <pc:sldMk cId="317354579" sldId="304"/>
            <ac:picMk id="5" creationId="{32352DC2-48E6-86BF-95F4-AE61EFAFD8C3}"/>
          </ac:picMkLst>
        </pc:picChg>
      </pc:sldChg>
    </pc:docChg>
  </pc:docChgLst>
  <pc:docChgLst>
    <pc:chgData name="Dey, Sumon Kanti" userId="S::sdey26@emory.edu::d0b991bf-8a4d-4f4f-a0b7-8f19f709817b" providerId="AD" clId="Web-{EDC823B2-E1FF-F9F9-1EAB-CB8AC4489162}"/>
    <pc:docChg chg="addSld delSld modSld sldOrd">
      <pc:chgData name="Dey, Sumon Kanti" userId="S::sdey26@emory.edu::d0b991bf-8a4d-4f4f-a0b7-8f19f709817b" providerId="AD" clId="Web-{EDC823B2-E1FF-F9F9-1EAB-CB8AC4489162}" dt="2025-04-24T14:08:45.207" v="1075" actId="1076"/>
      <pc:docMkLst>
        <pc:docMk/>
      </pc:docMkLst>
      <pc:sldChg chg="addSp modSp add">
        <pc:chgData name="Dey, Sumon Kanti" userId="S::sdey26@emory.edu::d0b991bf-8a4d-4f4f-a0b7-8f19f709817b" providerId="AD" clId="Web-{EDC823B2-E1FF-F9F9-1EAB-CB8AC4489162}" dt="2025-04-24T14:08:45.207" v="1075" actId="1076"/>
        <pc:sldMkLst>
          <pc:docMk/>
          <pc:sldMk cId="0" sldId="260"/>
        </pc:sldMkLst>
        <pc:spChg chg="mod">
          <ac:chgData name="Dey, Sumon Kanti" userId="S::sdey26@emory.edu::d0b991bf-8a4d-4f4f-a0b7-8f19f709817b" providerId="AD" clId="Web-{EDC823B2-E1FF-F9F9-1EAB-CB8AC4489162}" dt="2025-04-24T08:25:12.587" v="981" actId="14100"/>
          <ac:spMkLst>
            <pc:docMk/>
            <pc:sldMk cId="0" sldId="260"/>
            <ac:spMk id="2" creationId="{00000000-0000-0000-0000-000000000000}"/>
          </ac:spMkLst>
        </pc:spChg>
        <pc:spChg chg="mod">
          <ac:chgData name="Dey, Sumon Kanti" userId="S::sdey26@emory.edu::d0b991bf-8a4d-4f4f-a0b7-8f19f709817b" providerId="AD" clId="Web-{EDC823B2-E1FF-F9F9-1EAB-CB8AC4489162}" dt="2025-04-24T14:08:45.207" v="1075" actId="1076"/>
          <ac:spMkLst>
            <pc:docMk/>
            <pc:sldMk cId="0" sldId="260"/>
            <ac:spMk id="3" creationId="{00000000-0000-0000-0000-000000000000}"/>
          </ac:spMkLst>
        </pc:spChg>
        <pc:spChg chg="add">
          <ac:chgData name="Dey, Sumon Kanti" userId="S::sdey26@emory.edu::d0b991bf-8a4d-4f4f-a0b7-8f19f709817b" providerId="AD" clId="Web-{EDC823B2-E1FF-F9F9-1EAB-CB8AC4489162}" dt="2025-04-24T08:27:52.999" v="1018"/>
          <ac:spMkLst>
            <pc:docMk/>
            <pc:sldMk cId="0" sldId="260"/>
            <ac:spMk id="5" creationId="{8977E1DC-C460-973F-8A59-B111D87060CC}"/>
          </ac:spMkLst>
        </pc:spChg>
        <pc:spChg chg="add">
          <ac:chgData name="Dey, Sumon Kanti" userId="S::sdey26@emory.edu::d0b991bf-8a4d-4f4f-a0b7-8f19f709817b" providerId="AD" clId="Web-{EDC823B2-E1FF-F9F9-1EAB-CB8AC4489162}" dt="2025-04-24T08:27:53.014" v="1019"/>
          <ac:spMkLst>
            <pc:docMk/>
            <pc:sldMk cId="0" sldId="260"/>
            <ac:spMk id="7" creationId="{77798650-BDD5-68A1-AF54-4400047252CD}"/>
          </ac:spMkLst>
        </pc:spChg>
        <pc:spChg chg="add">
          <ac:chgData name="Dey, Sumon Kanti" userId="S::sdey26@emory.edu::d0b991bf-8a4d-4f4f-a0b7-8f19f709817b" providerId="AD" clId="Web-{EDC823B2-E1FF-F9F9-1EAB-CB8AC4489162}" dt="2025-04-24T08:27:53.030" v="1020"/>
          <ac:spMkLst>
            <pc:docMk/>
            <pc:sldMk cId="0" sldId="260"/>
            <ac:spMk id="9" creationId="{EBE64ED1-6AE3-DC26-EC27-D25F13D36133}"/>
          </ac:spMkLst>
        </pc:spChg>
        <pc:spChg chg="add">
          <ac:chgData name="Dey, Sumon Kanti" userId="S::sdey26@emory.edu::d0b991bf-8a4d-4f4f-a0b7-8f19f709817b" providerId="AD" clId="Web-{EDC823B2-E1FF-F9F9-1EAB-CB8AC4489162}" dt="2025-04-24T08:27:53.061" v="1021"/>
          <ac:spMkLst>
            <pc:docMk/>
            <pc:sldMk cId="0" sldId="260"/>
            <ac:spMk id="11" creationId="{0A7AF60E-BFC3-FB2F-763C-2E6E5125426E}"/>
          </ac:spMkLst>
        </pc:spChg>
        <pc:spChg chg="add">
          <ac:chgData name="Dey, Sumon Kanti" userId="S::sdey26@emory.edu::d0b991bf-8a4d-4f4f-a0b7-8f19f709817b" providerId="AD" clId="Web-{EDC823B2-E1FF-F9F9-1EAB-CB8AC4489162}" dt="2025-04-24T08:27:53.077" v="1022"/>
          <ac:spMkLst>
            <pc:docMk/>
            <pc:sldMk cId="0" sldId="260"/>
            <ac:spMk id="13" creationId="{8E1E6E0B-D5EE-4EF9-3C17-058D16F4DE20}"/>
          </ac:spMkLst>
        </pc:spChg>
        <pc:spChg chg="add">
          <ac:chgData name="Dey, Sumon Kanti" userId="S::sdey26@emory.edu::d0b991bf-8a4d-4f4f-a0b7-8f19f709817b" providerId="AD" clId="Web-{EDC823B2-E1FF-F9F9-1EAB-CB8AC4489162}" dt="2025-04-24T08:27:53.124" v="1023"/>
          <ac:spMkLst>
            <pc:docMk/>
            <pc:sldMk cId="0" sldId="260"/>
            <ac:spMk id="15" creationId="{0B67DA92-A98A-00F6-2F87-7F9648E5572E}"/>
          </ac:spMkLst>
        </pc:spChg>
      </pc:sldChg>
      <pc:sldChg chg="modSp add del">
        <pc:chgData name="Dey, Sumon Kanti" userId="S::sdey26@emory.edu::d0b991bf-8a4d-4f4f-a0b7-8f19f709817b" providerId="AD" clId="Web-{EDC823B2-E1FF-F9F9-1EAB-CB8AC4489162}" dt="2025-04-24T07:52:08.630" v="881"/>
        <pc:sldMkLst>
          <pc:docMk/>
          <pc:sldMk cId="0" sldId="264"/>
        </pc:sldMkLst>
        <pc:spChg chg="mod">
          <ac:chgData name="Dey, Sumon Kanti" userId="S::sdey26@emory.edu::d0b991bf-8a4d-4f4f-a0b7-8f19f709817b" providerId="AD" clId="Web-{EDC823B2-E1FF-F9F9-1EAB-CB8AC4489162}" dt="2025-04-24T07:23:34.266" v="766" actId="14100"/>
          <ac:spMkLst>
            <pc:docMk/>
            <pc:sldMk cId="0" sldId="264"/>
            <ac:spMk id="8" creationId="{00000000-0000-0000-0000-000000000000}"/>
          </ac:spMkLst>
        </pc:spChg>
      </pc:sldChg>
      <pc:sldChg chg="modSp">
        <pc:chgData name="Dey, Sumon Kanti" userId="S::sdey26@emory.edu::d0b991bf-8a4d-4f4f-a0b7-8f19f709817b" providerId="AD" clId="Web-{EDC823B2-E1FF-F9F9-1EAB-CB8AC4489162}" dt="2025-04-24T14:08:20.754" v="1074" actId="20577"/>
        <pc:sldMkLst>
          <pc:docMk/>
          <pc:sldMk cId="1701787540" sldId="265"/>
        </pc:sldMkLst>
        <pc:spChg chg="mod">
          <ac:chgData name="Dey, Sumon Kanti" userId="S::sdey26@emory.edu::d0b991bf-8a4d-4f4f-a0b7-8f19f709817b" providerId="AD" clId="Web-{EDC823B2-E1FF-F9F9-1EAB-CB8AC4489162}" dt="2025-04-24T14:08:20.754" v="1074" actId="20577"/>
          <ac:spMkLst>
            <pc:docMk/>
            <pc:sldMk cId="1701787540" sldId="265"/>
            <ac:spMk id="2" creationId="{ECF34468-3E39-76F0-E4CA-824FAFB78DFE}"/>
          </ac:spMkLst>
        </pc:spChg>
      </pc:sldChg>
      <pc:sldChg chg="modSp">
        <pc:chgData name="Dey, Sumon Kanti" userId="S::sdey26@emory.edu::d0b991bf-8a4d-4f4f-a0b7-8f19f709817b" providerId="AD" clId="Web-{EDC823B2-E1FF-F9F9-1EAB-CB8AC4489162}" dt="2025-04-24T02:42:12.454" v="388" actId="20577"/>
        <pc:sldMkLst>
          <pc:docMk/>
          <pc:sldMk cId="1408337101" sldId="266"/>
        </pc:sldMkLst>
        <pc:spChg chg="mod">
          <ac:chgData name="Dey, Sumon Kanti" userId="S::sdey26@emory.edu::d0b991bf-8a4d-4f4f-a0b7-8f19f709817b" providerId="AD" clId="Web-{EDC823B2-E1FF-F9F9-1EAB-CB8AC4489162}" dt="2025-04-24T02:42:12.454" v="388" actId="20577"/>
          <ac:spMkLst>
            <pc:docMk/>
            <pc:sldMk cId="1408337101" sldId="266"/>
            <ac:spMk id="4" creationId="{90608F2E-D2F0-4A88-ECB0-DDEF017AA489}"/>
          </ac:spMkLst>
        </pc:spChg>
      </pc:sldChg>
      <pc:sldChg chg="modSp ord">
        <pc:chgData name="Dey, Sumon Kanti" userId="S::sdey26@emory.edu::d0b991bf-8a4d-4f4f-a0b7-8f19f709817b" providerId="AD" clId="Web-{EDC823B2-E1FF-F9F9-1EAB-CB8AC4489162}" dt="2025-04-24T14:07:47.595" v="1070" actId="14100"/>
        <pc:sldMkLst>
          <pc:docMk/>
          <pc:sldMk cId="3540260860" sldId="267"/>
        </pc:sldMkLst>
        <pc:spChg chg="mod">
          <ac:chgData name="Dey, Sumon Kanti" userId="S::sdey26@emory.edu::d0b991bf-8a4d-4f4f-a0b7-8f19f709817b" providerId="AD" clId="Web-{EDC823B2-E1FF-F9F9-1EAB-CB8AC4489162}" dt="2025-04-24T02:43:28.957" v="400" actId="14100"/>
          <ac:spMkLst>
            <pc:docMk/>
            <pc:sldMk cId="3540260860" sldId="267"/>
            <ac:spMk id="3" creationId="{16B5C5A0-A677-2E7E-538B-5421CE9B554D}"/>
          </ac:spMkLst>
        </pc:spChg>
        <pc:spChg chg="mod">
          <ac:chgData name="Dey, Sumon Kanti" userId="S::sdey26@emory.edu::d0b991bf-8a4d-4f4f-a0b7-8f19f709817b" providerId="AD" clId="Web-{EDC823B2-E1FF-F9F9-1EAB-CB8AC4489162}" dt="2025-04-24T14:07:47.595" v="1070" actId="14100"/>
          <ac:spMkLst>
            <pc:docMk/>
            <pc:sldMk cId="3540260860" sldId="267"/>
            <ac:spMk id="15" creationId="{448A59B8-E8E0-B6B6-145B-D11DB8C2AAF8}"/>
          </ac:spMkLst>
        </pc:spChg>
        <pc:picChg chg="mod modCrop">
          <ac:chgData name="Dey, Sumon Kanti" userId="S::sdey26@emory.edu::d0b991bf-8a4d-4f4f-a0b7-8f19f709817b" providerId="AD" clId="Web-{EDC823B2-E1FF-F9F9-1EAB-CB8AC4489162}" dt="2025-04-24T02:44:31.428" v="416" actId="1076"/>
          <ac:picMkLst>
            <pc:docMk/>
            <pc:sldMk cId="3540260860" sldId="267"/>
            <ac:picMk id="13" creationId="{16F2F797-881B-FD87-6A86-2C0F45DE8F6C}"/>
          </ac:picMkLst>
        </pc:picChg>
      </pc:sldChg>
      <pc:sldChg chg="ord">
        <pc:chgData name="Dey, Sumon Kanti" userId="S::sdey26@emory.edu::d0b991bf-8a4d-4f4f-a0b7-8f19f709817b" providerId="AD" clId="Web-{EDC823B2-E1FF-F9F9-1EAB-CB8AC4489162}" dt="2025-04-24T13:59:20.826" v="1034"/>
        <pc:sldMkLst>
          <pc:docMk/>
          <pc:sldMk cId="3766541810" sldId="270"/>
        </pc:sldMkLst>
      </pc:sldChg>
      <pc:sldChg chg="modSp ord">
        <pc:chgData name="Dey, Sumon Kanti" userId="S::sdey26@emory.edu::d0b991bf-8a4d-4f4f-a0b7-8f19f709817b" providerId="AD" clId="Web-{EDC823B2-E1FF-F9F9-1EAB-CB8AC4489162}" dt="2025-04-24T13:59:40.217" v="1035"/>
        <pc:sldMkLst>
          <pc:docMk/>
          <pc:sldMk cId="1263914383" sldId="271"/>
        </pc:sldMkLst>
        <pc:spChg chg="mod">
          <ac:chgData name="Dey, Sumon Kanti" userId="S::sdey26@emory.edu::d0b991bf-8a4d-4f4f-a0b7-8f19f709817b" providerId="AD" clId="Web-{EDC823B2-E1FF-F9F9-1EAB-CB8AC4489162}" dt="2025-04-24T02:26:57.733" v="283" actId="20577"/>
          <ac:spMkLst>
            <pc:docMk/>
            <pc:sldMk cId="1263914383" sldId="271"/>
            <ac:spMk id="2" creationId="{C0A0D738-6CEB-9B95-56C9-4A5568D135A4}"/>
          </ac:spMkLst>
        </pc:spChg>
      </pc:sldChg>
      <pc:sldChg chg="addSp modSp modNotes">
        <pc:chgData name="Dey, Sumon Kanti" userId="S::sdey26@emory.edu::d0b991bf-8a4d-4f4f-a0b7-8f19f709817b" providerId="AD" clId="Web-{EDC823B2-E1FF-F9F9-1EAB-CB8AC4489162}" dt="2025-04-24T14:06:20.061" v="1041" actId="20577"/>
        <pc:sldMkLst>
          <pc:docMk/>
          <pc:sldMk cId="4154194807" sldId="277"/>
        </pc:sldMkLst>
        <pc:spChg chg="mod">
          <ac:chgData name="Dey, Sumon Kanti" userId="S::sdey26@emory.edu::d0b991bf-8a4d-4f4f-a0b7-8f19f709817b" providerId="AD" clId="Web-{EDC823B2-E1FF-F9F9-1EAB-CB8AC4489162}" dt="2025-04-24T07:28:20.869" v="841" actId="20577"/>
          <ac:spMkLst>
            <pc:docMk/>
            <pc:sldMk cId="4154194807" sldId="277"/>
            <ac:spMk id="4" creationId="{89487F3D-07B4-DFF2-40D3-4E7FC95148B1}"/>
          </ac:spMkLst>
        </pc:spChg>
        <pc:spChg chg="add mod">
          <ac:chgData name="Dey, Sumon Kanti" userId="S::sdey26@emory.edu::d0b991bf-8a4d-4f4f-a0b7-8f19f709817b" providerId="AD" clId="Web-{EDC823B2-E1FF-F9F9-1EAB-CB8AC4489162}" dt="2025-04-24T07:31:23.579" v="857" actId="1076"/>
          <ac:spMkLst>
            <pc:docMk/>
            <pc:sldMk cId="4154194807" sldId="277"/>
            <ac:spMk id="6" creationId="{DA7DDBB9-67BC-BFFE-0D5C-6D0FB1CDD9B0}"/>
          </ac:spMkLst>
        </pc:spChg>
        <pc:spChg chg="mod">
          <ac:chgData name="Dey, Sumon Kanti" userId="S::sdey26@emory.edu::d0b991bf-8a4d-4f4f-a0b7-8f19f709817b" providerId="AD" clId="Web-{EDC823B2-E1FF-F9F9-1EAB-CB8AC4489162}" dt="2025-04-24T06:52:48.897" v="735" actId="20577"/>
          <ac:spMkLst>
            <pc:docMk/>
            <pc:sldMk cId="4154194807" sldId="277"/>
            <ac:spMk id="9" creationId="{FD680826-7C70-A89B-4259-C92F8EC10B1C}"/>
          </ac:spMkLst>
        </pc:spChg>
        <pc:spChg chg="add mod">
          <ac:chgData name="Dey, Sumon Kanti" userId="S::sdey26@emory.edu::d0b991bf-8a4d-4f4f-a0b7-8f19f709817b" providerId="AD" clId="Web-{EDC823B2-E1FF-F9F9-1EAB-CB8AC4489162}" dt="2025-04-24T07:27:12.149" v="818" actId="1076"/>
          <ac:spMkLst>
            <pc:docMk/>
            <pc:sldMk cId="4154194807" sldId="277"/>
            <ac:spMk id="14" creationId="{A9C04581-90B9-BE35-4D9B-04CF591A7197}"/>
          </ac:spMkLst>
        </pc:spChg>
        <pc:spChg chg="add mod">
          <ac:chgData name="Dey, Sumon Kanti" userId="S::sdey26@emory.edu::d0b991bf-8a4d-4f4f-a0b7-8f19f709817b" providerId="AD" clId="Web-{EDC823B2-E1FF-F9F9-1EAB-CB8AC4489162}" dt="2025-04-24T07:31:18.266" v="856" actId="1076"/>
          <ac:spMkLst>
            <pc:docMk/>
            <pc:sldMk cId="4154194807" sldId="277"/>
            <ac:spMk id="20" creationId="{1C36AA32-E60E-F6D5-9349-D8889CF667BF}"/>
          </ac:spMkLst>
        </pc:spChg>
        <pc:spChg chg="add mod">
          <ac:chgData name="Dey, Sumon Kanti" userId="S::sdey26@emory.edu::d0b991bf-8a4d-4f4f-a0b7-8f19f709817b" providerId="AD" clId="Web-{EDC823B2-E1FF-F9F9-1EAB-CB8AC4489162}" dt="2025-04-24T14:06:20.061" v="1041" actId="20577"/>
          <ac:spMkLst>
            <pc:docMk/>
            <pc:sldMk cId="4154194807" sldId="277"/>
            <ac:spMk id="22" creationId="{14AF3C8E-C0A5-02FE-0F31-F9E03186E54A}"/>
          </ac:spMkLst>
        </pc:spChg>
        <pc:picChg chg="add mod">
          <ac:chgData name="Dey, Sumon Kanti" userId="S::sdey26@emory.edu::d0b991bf-8a4d-4f4f-a0b7-8f19f709817b" providerId="AD" clId="Web-{EDC823B2-E1FF-F9F9-1EAB-CB8AC4489162}" dt="2025-04-24T07:28:48.980" v="843" actId="1076"/>
          <ac:picMkLst>
            <pc:docMk/>
            <pc:sldMk cId="4154194807" sldId="277"/>
            <ac:picMk id="16" creationId="{0E4FE283-6097-41BE-C3D9-13AACEF7D06F}"/>
          </ac:picMkLst>
        </pc:picChg>
        <pc:picChg chg="add mod">
          <ac:chgData name="Dey, Sumon Kanti" userId="S::sdey26@emory.edu::d0b991bf-8a4d-4f4f-a0b7-8f19f709817b" providerId="AD" clId="Web-{EDC823B2-E1FF-F9F9-1EAB-CB8AC4489162}" dt="2025-04-24T07:31:54.017" v="858" actId="14100"/>
          <ac:picMkLst>
            <pc:docMk/>
            <pc:sldMk cId="4154194807" sldId="277"/>
            <ac:picMk id="18" creationId="{25A22B0B-5EF6-0F77-8CBB-4E94E2DD5784}"/>
          </ac:picMkLst>
        </pc:picChg>
      </pc:sldChg>
      <pc:sldChg chg="modSp">
        <pc:chgData name="Dey, Sumon Kanti" userId="S::sdey26@emory.edu::d0b991bf-8a4d-4f4f-a0b7-8f19f709817b" providerId="AD" clId="Web-{EDC823B2-E1FF-F9F9-1EAB-CB8AC4489162}" dt="2025-04-24T06:51:05.706" v="652" actId="20577"/>
        <pc:sldMkLst>
          <pc:docMk/>
          <pc:sldMk cId="278311178" sldId="279"/>
        </pc:sldMkLst>
        <pc:spChg chg="mod">
          <ac:chgData name="Dey, Sumon Kanti" userId="S::sdey26@emory.edu::d0b991bf-8a4d-4f4f-a0b7-8f19f709817b" providerId="AD" clId="Web-{EDC823B2-E1FF-F9F9-1EAB-CB8AC4489162}" dt="2025-04-24T06:51:05.706" v="652" actId="20577"/>
          <ac:spMkLst>
            <pc:docMk/>
            <pc:sldMk cId="278311178" sldId="279"/>
            <ac:spMk id="9" creationId="{A12CEA39-FEB4-D66C-6B42-6893AFD2A6A8}"/>
          </ac:spMkLst>
        </pc:spChg>
        <pc:spChg chg="mod">
          <ac:chgData name="Dey, Sumon Kanti" userId="S::sdey26@emory.edu::d0b991bf-8a4d-4f4f-a0b7-8f19f709817b" providerId="AD" clId="Web-{EDC823B2-E1FF-F9F9-1EAB-CB8AC4489162}" dt="2025-04-24T01:50:51.776" v="109" actId="20577"/>
          <ac:spMkLst>
            <pc:docMk/>
            <pc:sldMk cId="278311178" sldId="279"/>
            <ac:spMk id="13" creationId="{9C5725B7-59F8-748F-49A7-A60244A33ED8}"/>
          </ac:spMkLst>
        </pc:spChg>
      </pc:sldChg>
      <pc:sldChg chg="modSp modNotes">
        <pc:chgData name="Dey, Sumon Kanti" userId="S::sdey26@emory.edu::d0b991bf-8a4d-4f4f-a0b7-8f19f709817b" providerId="AD" clId="Web-{EDC823B2-E1FF-F9F9-1EAB-CB8AC4489162}" dt="2025-04-24T08:23:36.693" v="979" actId="20577"/>
        <pc:sldMkLst>
          <pc:docMk/>
          <pc:sldMk cId="735264327" sldId="280"/>
        </pc:sldMkLst>
        <pc:spChg chg="mod">
          <ac:chgData name="Dey, Sumon Kanti" userId="S::sdey26@emory.edu::d0b991bf-8a4d-4f4f-a0b7-8f19f709817b" providerId="AD" clId="Web-{EDC823B2-E1FF-F9F9-1EAB-CB8AC4489162}" dt="2025-04-24T08:23:36.693" v="979" actId="20577"/>
          <ac:spMkLst>
            <pc:docMk/>
            <pc:sldMk cId="735264327" sldId="280"/>
            <ac:spMk id="21" creationId="{A71EED0A-05D5-D7FC-D4B0-CC4479AB5025}"/>
          </ac:spMkLst>
        </pc:spChg>
      </pc:sldChg>
      <pc:sldChg chg="modSp">
        <pc:chgData name="Dey, Sumon Kanti" userId="S::sdey26@emory.edu::d0b991bf-8a4d-4f4f-a0b7-8f19f709817b" providerId="AD" clId="Web-{EDC823B2-E1FF-F9F9-1EAB-CB8AC4489162}" dt="2025-04-24T14:07:35.595" v="1066" actId="20577"/>
        <pc:sldMkLst>
          <pc:docMk/>
          <pc:sldMk cId="1088050553" sldId="281"/>
        </pc:sldMkLst>
        <pc:spChg chg="mod">
          <ac:chgData name="Dey, Sumon Kanti" userId="S::sdey26@emory.edu::d0b991bf-8a4d-4f4f-a0b7-8f19f709817b" providerId="AD" clId="Web-{EDC823B2-E1FF-F9F9-1EAB-CB8AC4489162}" dt="2025-04-24T14:07:35.595" v="1066" actId="20577"/>
          <ac:spMkLst>
            <pc:docMk/>
            <pc:sldMk cId="1088050553" sldId="281"/>
            <ac:spMk id="6" creationId="{80CD98AD-E37D-FFE6-841E-DFB8297C4C43}"/>
          </ac:spMkLst>
        </pc:spChg>
        <pc:spChg chg="mod">
          <ac:chgData name="Dey, Sumon Kanti" userId="S::sdey26@emory.edu::d0b991bf-8a4d-4f4f-a0b7-8f19f709817b" providerId="AD" clId="Web-{EDC823B2-E1FF-F9F9-1EAB-CB8AC4489162}" dt="2025-04-24T06:51:25.456" v="677" actId="20577"/>
          <ac:spMkLst>
            <pc:docMk/>
            <pc:sldMk cId="1088050553" sldId="281"/>
            <ac:spMk id="9" creationId="{C6FA3329-0022-A685-0D21-9720F71ECE89}"/>
          </ac:spMkLst>
        </pc:spChg>
        <pc:spChg chg="mod">
          <ac:chgData name="Dey, Sumon Kanti" userId="S::sdey26@emory.edu::d0b991bf-8a4d-4f4f-a0b7-8f19f709817b" providerId="AD" clId="Web-{EDC823B2-E1FF-F9F9-1EAB-CB8AC4489162}" dt="2025-04-24T14:07:29.532" v="1063" actId="20577"/>
          <ac:spMkLst>
            <pc:docMk/>
            <pc:sldMk cId="1088050553" sldId="281"/>
            <ac:spMk id="12" creationId="{5D2CD8F6-F8BA-7213-C158-E8D155C639FE}"/>
          </ac:spMkLst>
        </pc:spChg>
      </pc:sldChg>
      <pc:sldChg chg="modSp ord">
        <pc:chgData name="Dey, Sumon Kanti" userId="S::sdey26@emory.edu::d0b991bf-8a4d-4f4f-a0b7-8f19f709817b" providerId="AD" clId="Web-{EDC823B2-E1FF-F9F9-1EAB-CB8AC4489162}" dt="2025-04-24T14:07:18.907" v="1060" actId="14100"/>
        <pc:sldMkLst>
          <pc:docMk/>
          <pc:sldMk cId="2863739839" sldId="283"/>
        </pc:sldMkLst>
        <pc:spChg chg="mod">
          <ac:chgData name="Dey, Sumon Kanti" userId="S::sdey26@emory.edu::d0b991bf-8a4d-4f4f-a0b7-8f19f709817b" providerId="AD" clId="Web-{EDC823B2-E1FF-F9F9-1EAB-CB8AC4489162}" dt="2025-04-24T14:07:09.922" v="1056" actId="20577"/>
          <ac:spMkLst>
            <pc:docMk/>
            <pc:sldMk cId="2863739839" sldId="283"/>
            <ac:spMk id="3" creationId="{3E66F486-E822-4C9A-1EA4-1754669C99B6}"/>
          </ac:spMkLst>
        </pc:spChg>
        <pc:spChg chg="mod">
          <ac:chgData name="Dey, Sumon Kanti" userId="S::sdey26@emory.edu::d0b991bf-8a4d-4f4f-a0b7-8f19f709817b" providerId="AD" clId="Web-{EDC823B2-E1FF-F9F9-1EAB-CB8AC4489162}" dt="2025-04-24T14:07:18.907" v="1060" actId="14100"/>
          <ac:spMkLst>
            <pc:docMk/>
            <pc:sldMk cId="2863739839" sldId="283"/>
            <ac:spMk id="4" creationId="{6B95214A-860D-C761-9E7C-EC5C8721295D}"/>
          </ac:spMkLst>
        </pc:spChg>
        <pc:spChg chg="mod">
          <ac:chgData name="Dey, Sumon Kanti" userId="S::sdey26@emory.edu::d0b991bf-8a4d-4f4f-a0b7-8f19f709817b" providerId="AD" clId="Web-{EDC823B2-E1FF-F9F9-1EAB-CB8AC4489162}" dt="2025-04-24T06:51:35.426" v="699" actId="20577"/>
          <ac:spMkLst>
            <pc:docMk/>
            <pc:sldMk cId="2863739839" sldId="283"/>
            <ac:spMk id="9" creationId="{1593F9CA-ADDA-BFC9-E7D1-4C54772D34D6}"/>
          </ac:spMkLst>
        </pc:spChg>
      </pc:sldChg>
      <pc:sldChg chg="modSp ord">
        <pc:chgData name="Dey, Sumon Kanti" userId="S::sdey26@emory.edu::d0b991bf-8a4d-4f4f-a0b7-8f19f709817b" providerId="AD" clId="Web-{EDC823B2-E1FF-F9F9-1EAB-CB8AC4489162}" dt="2025-04-24T14:06:51.405" v="1050" actId="20577"/>
        <pc:sldMkLst>
          <pc:docMk/>
          <pc:sldMk cId="2477706877" sldId="284"/>
        </pc:sldMkLst>
        <pc:spChg chg="mod">
          <ac:chgData name="Dey, Sumon Kanti" userId="S::sdey26@emory.edu::d0b991bf-8a4d-4f4f-a0b7-8f19f709817b" providerId="AD" clId="Web-{EDC823B2-E1FF-F9F9-1EAB-CB8AC4489162}" dt="2025-04-24T14:06:51.405" v="1050" actId="20577"/>
          <ac:spMkLst>
            <pc:docMk/>
            <pc:sldMk cId="2477706877" sldId="284"/>
            <ac:spMk id="3" creationId="{7AF272B2-410D-9940-5A2D-DE3291CD7920}"/>
          </ac:spMkLst>
        </pc:spChg>
        <pc:spChg chg="mod">
          <ac:chgData name="Dey, Sumon Kanti" userId="S::sdey26@emory.edu::d0b991bf-8a4d-4f4f-a0b7-8f19f709817b" providerId="AD" clId="Web-{EDC823B2-E1FF-F9F9-1EAB-CB8AC4489162}" dt="2025-04-24T06:52:09.099" v="719" actId="20577"/>
          <ac:spMkLst>
            <pc:docMk/>
            <pc:sldMk cId="2477706877" sldId="284"/>
            <ac:spMk id="9" creationId="{D8173A9A-548C-5524-B122-C743512615FD}"/>
          </ac:spMkLst>
        </pc:spChg>
        <pc:spChg chg="mod">
          <ac:chgData name="Dey, Sumon Kanti" userId="S::sdey26@emory.edu::d0b991bf-8a4d-4f4f-a0b7-8f19f709817b" providerId="AD" clId="Web-{EDC823B2-E1FF-F9F9-1EAB-CB8AC4489162}" dt="2025-04-24T02:03:10.382" v="146" actId="20577"/>
          <ac:spMkLst>
            <pc:docMk/>
            <pc:sldMk cId="2477706877" sldId="284"/>
            <ac:spMk id="13" creationId="{49DEDEAF-6C2E-77F5-D37D-E4D20697B18F}"/>
          </ac:spMkLst>
        </pc:spChg>
        <pc:spChg chg="mod">
          <ac:chgData name="Dey, Sumon Kanti" userId="S::sdey26@emory.edu::d0b991bf-8a4d-4f4f-a0b7-8f19f709817b" providerId="AD" clId="Web-{EDC823B2-E1FF-F9F9-1EAB-CB8AC4489162}" dt="2025-04-24T02:03:02.163" v="145" actId="14100"/>
          <ac:spMkLst>
            <pc:docMk/>
            <pc:sldMk cId="2477706877" sldId="284"/>
            <ac:spMk id="19" creationId="{08CA9FA3-3562-5162-D066-42B323B5E013}"/>
          </ac:spMkLst>
        </pc:spChg>
      </pc:sldChg>
      <pc:sldChg chg="modSp">
        <pc:chgData name="Dey, Sumon Kanti" userId="S::sdey26@emory.edu::d0b991bf-8a4d-4f4f-a0b7-8f19f709817b" providerId="AD" clId="Web-{EDC823B2-E1FF-F9F9-1EAB-CB8AC4489162}" dt="2025-04-24T14:06:42.655" v="1047" actId="20577"/>
        <pc:sldMkLst>
          <pc:docMk/>
          <pc:sldMk cId="1942187988" sldId="285"/>
        </pc:sldMkLst>
        <pc:spChg chg="mod">
          <ac:chgData name="Dey, Sumon Kanti" userId="S::sdey26@emory.edu::d0b991bf-8a4d-4f4f-a0b7-8f19f709817b" providerId="AD" clId="Web-{EDC823B2-E1FF-F9F9-1EAB-CB8AC4489162}" dt="2025-04-24T14:06:42.655" v="1047" actId="20577"/>
          <ac:spMkLst>
            <pc:docMk/>
            <pc:sldMk cId="1942187988" sldId="285"/>
            <ac:spMk id="4" creationId="{A8625282-2A42-3E4F-93E8-1F701FEC9B25}"/>
          </ac:spMkLst>
        </pc:spChg>
        <pc:spChg chg="mod">
          <ac:chgData name="Dey, Sumon Kanti" userId="S::sdey26@emory.edu::d0b991bf-8a4d-4f4f-a0b7-8f19f709817b" providerId="AD" clId="Web-{EDC823B2-E1FF-F9F9-1EAB-CB8AC4489162}" dt="2025-04-24T06:52:18.521" v="724" actId="20577"/>
          <ac:spMkLst>
            <pc:docMk/>
            <pc:sldMk cId="1942187988" sldId="285"/>
            <ac:spMk id="9" creationId="{2123F2A6-4955-2DEC-16AA-9E1EEA22B5F9}"/>
          </ac:spMkLst>
        </pc:spChg>
        <pc:spChg chg="mod">
          <ac:chgData name="Dey, Sumon Kanti" userId="S::sdey26@emory.edu::d0b991bf-8a4d-4f4f-a0b7-8f19f709817b" providerId="AD" clId="Web-{EDC823B2-E1FF-F9F9-1EAB-CB8AC4489162}" dt="2025-04-24T02:05:13.106" v="186" actId="14100"/>
          <ac:spMkLst>
            <pc:docMk/>
            <pc:sldMk cId="1942187988" sldId="285"/>
            <ac:spMk id="13" creationId="{FD87DE4C-99E4-385E-84FF-5D926EA639C8}"/>
          </ac:spMkLst>
        </pc:spChg>
        <pc:spChg chg="mod">
          <ac:chgData name="Dey, Sumon Kanti" userId="S::sdey26@emory.edu::d0b991bf-8a4d-4f4f-a0b7-8f19f709817b" providerId="AD" clId="Web-{EDC823B2-E1FF-F9F9-1EAB-CB8AC4489162}" dt="2025-04-24T02:04:34.526" v="167" actId="14100"/>
          <ac:spMkLst>
            <pc:docMk/>
            <pc:sldMk cId="1942187988" sldId="285"/>
            <ac:spMk id="19" creationId="{FD7130BF-CD7B-9CA6-BC69-3656E293FC8E}"/>
          </ac:spMkLst>
        </pc:spChg>
        <pc:picChg chg="mod">
          <ac:chgData name="Dey, Sumon Kanti" userId="S::sdey26@emory.edu::d0b991bf-8a4d-4f4f-a0b7-8f19f709817b" providerId="AD" clId="Web-{EDC823B2-E1FF-F9F9-1EAB-CB8AC4489162}" dt="2025-04-24T02:04:49.699" v="168" actId="14100"/>
          <ac:picMkLst>
            <pc:docMk/>
            <pc:sldMk cId="1942187988" sldId="285"/>
            <ac:picMk id="3" creationId="{CC8E3AC7-B0B3-AA84-10E9-F302A8A9BA84}"/>
          </ac:picMkLst>
        </pc:picChg>
      </pc:sldChg>
      <pc:sldChg chg="modSp">
        <pc:chgData name="Dey, Sumon Kanti" userId="S::sdey26@emory.edu::d0b991bf-8a4d-4f4f-a0b7-8f19f709817b" providerId="AD" clId="Web-{EDC823B2-E1FF-F9F9-1EAB-CB8AC4489162}" dt="2025-04-24T06:57:47.502" v="739" actId="1076"/>
        <pc:sldMkLst>
          <pc:docMk/>
          <pc:sldMk cId="3856178376" sldId="288"/>
        </pc:sldMkLst>
        <pc:picChg chg="mod">
          <ac:chgData name="Dey, Sumon Kanti" userId="S::sdey26@emory.edu::d0b991bf-8a4d-4f4f-a0b7-8f19f709817b" providerId="AD" clId="Web-{EDC823B2-E1FF-F9F9-1EAB-CB8AC4489162}" dt="2025-04-24T06:57:47.502" v="739" actId="1076"/>
          <ac:picMkLst>
            <pc:docMk/>
            <pc:sldMk cId="3856178376" sldId="288"/>
            <ac:picMk id="4" creationId="{E214CE37-7888-37DE-E857-6A3D25E7BBB6}"/>
          </ac:picMkLst>
        </pc:picChg>
      </pc:sldChg>
      <pc:sldChg chg="addSp modSp modNotes">
        <pc:chgData name="Dey, Sumon Kanti" userId="S::sdey26@emory.edu::d0b991bf-8a4d-4f4f-a0b7-8f19f709817b" providerId="AD" clId="Web-{EDC823B2-E1FF-F9F9-1EAB-CB8AC4489162}" dt="2025-04-24T06:50:54.580" v="640" actId="20577"/>
        <pc:sldMkLst>
          <pc:docMk/>
          <pc:sldMk cId="1877744204" sldId="289"/>
        </pc:sldMkLst>
        <pc:spChg chg="mod">
          <ac:chgData name="Dey, Sumon Kanti" userId="S::sdey26@emory.edu::d0b991bf-8a4d-4f4f-a0b7-8f19f709817b" providerId="AD" clId="Web-{EDC823B2-E1FF-F9F9-1EAB-CB8AC4489162}" dt="2025-04-24T06:50:54.580" v="640" actId="20577"/>
          <ac:spMkLst>
            <pc:docMk/>
            <pc:sldMk cId="1877744204" sldId="289"/>
            <ac:spMk id="3" creationId="{21CB9BDE-D946-6069-498B-5AF4272C05F6}"/>
          </ac:spMkLst>
        </pc:spChg>
        <pc:spChg chg="mod">
          <ac:chgData name="Dey, Sumon Kanti" userId="S::sdey26@emory.edu::d0b991bf-8a4d-4f4f-a0b7-8f19f709817b" providerId="AD" clId="Web-{EDC823B2-E1FF-F9F9-1EAB-CB8AC4489162}" dt="2025-04-24T06:48:06.746" v="610" actId="20577"/>
          <ac:spMkLst>
            <pc:docMk/>
            <pc:sldMk cId="1877744204" sldId="289"/>
            <ac:spMk id="4" creationId="{545371C8-D586-71A1-7F45-41724482C997}"/>
          </ac:spMkLst>
        </pc:spChg>
        <pc:spChg chg="add">
          <ac:chgData name="Dey, Sumon Kanti" userId="S::sdey26@emory.edu::d0b991bf-8a4d-4f4f-a0b7-8f19f709817b" providerId="AD" clId="Web-{EDC823B2-E1FF-F9F9-1EAB-CB8AC4489162}" dt="2025-04-24T06:49:06.170" v="616"/>
          <ac:spMkLst>
            <pc:docMk/>
            <pc:sldMk cId="1877744204" sldId="289"/>
            <ac:spMk id="6" creationId="{96A963B7-2BA6-B002-E6E2-F762226F1A7F}"/>
          </ac:spMkLst>
        </pc:spChg>
        <pc:spChg chg="add">
          <ac:chgData name="Dey, Sumon Kanti" userId="S::sdey26@emory.edu::d0b991bf-8a4d-4f4f-a0b7-8f19f709817b" providerId="AD" clId="Web-{EDC823B2-E1FF-F9F9-1EAB-CB8AC4489162}" dt="2025-04-24T06:49:06.186" v="617"/>
          <ac:spMkLst>
            <pc:docMk/>
            <pc:sldMk cId="1877744204" sldId="289"/>
            <ac:spMk id="8" creationId="{7DEE1C4E-2C08-7B72-77C8-F352AD96F1C0}"/>
          </ac:spMkLst>
        </pc:spChg>
        <pc:spChg chg="add">
          <ac:chgData name="Dey, Sumon Kanti" userId="S::sdey26@emory.edu::d0b991bf-8a4d-4f4f-a0b7-8f19f709817b" providerId="AD" clId="Web-{EDC823B2-E1FF-F9F9-1EAB-CB8AC4489162}" dt="2025-04-24T06:49:06.201" v="618"/>
          <ac:spMkLst>
            <pc:docMk/>
            <pc:sldMk cId="1877744204" sldId="289"/>
            <ac:spMk id="10" creationId="{E908B049-F988-294D-FED8-F9F128F0C18C}"/>
          </ac:spMkLst>
        </pc:spChg>
        <pc:spChg chg="add">
          <ac:chgData name="Dey, Sumon Kanti" userId="S::sdey26@emory.edu::d0b991bf-8a4d-4f4f-a0b7-8f19f709817b" providerId="AD" clId="Web-{EDC823B2-E1FF-F9F9-1EAB-CB8AC4489162}" dt="2025-04-24T06:49:06.217" v="619"/>
          <ac:spMkLst>
            <pc:docMk/>
            <pc:sldMk cId="1877744204" sldId="289"/>
            <ac:spMk id="12" creationId="{5B0888C8-D9FC-A6F6-3C89-D4D82962AD76}"/>
          </ac:spMkLst>
        </pc:spChg>
        <pc:spChg chg="add">
          <ac:chgData name="Dey, Sumon Kanti" userId="S::sdey26@emory.edu::d0b991bf-8a4d-4f4f-a0b7-8f19f709817b" providerId="AD" clId="Web-{EDC823B2-E1FF-F9F9-1EAB-CB8AC4489162}" dt="2025-04-24T06:49:06.232" v="620"/>
          <ac:spMkLst>
            <pc:docMk/>
            <pc:sldMk cId="1877744204" sldId="289"/>
            <ac:spMk id="14" creationId="{DBBC87F0-4169-1002-9292-D3C0EFCB0BEC}"/>
          </ac:spMkLst>
        </pc:spChg>
        <pc:spChg chg="add">
          <ac:chgData name="Dey, Sumon Kanti" userId="S::sdey26@emory.edu::d0b991bf-8a4d-4f4f-a0b7-8f19f709817b" providerId="AD" clId="Web-{EDC823B2-E1FF-F9F9-1EAB-CB8AC4489162}" dt="2025-04-24T06:49:06.248" v="621"/>
          <ac:spMkLst>
            <pc:docMk/>
            <pc:sldMk cId="1877744204" sldId="289"/>
            <ac:spMk id="16" creationId="{8DAA0614-2EA0-6905-E332-2DF0D20D8247}"/>
          </ac:spMkLst>
        </pc:spChg>
      </pc:sldChg>
      <pc:sldChg chg="addSp modSp">
        <pc:chgData name="Dey, Sumon Kanti" userId="S::sdey26@emory.edu::d0b991bf-8a4d-4f4f-a0b7-8f19f709817b" providerId="AD" clId="Web-{EDC823B2-E1FF-F9F9-1EAB-CB8AC4489162}" dt="2025-04-24T14:06:33.014" v="1044" actId="20577"/>
        <pc:sldMkLst>
          <pc:docMk/>
          <pc:sldMk cId="4292797107" sldId="290"/>
        </pc:sldMkLst>
        <pc:spChg chg="mod">
          <ac:chgData name="Dey, Sumon Kanti" userId="S::sdey26@emory.edu::d0b991bf-8a4d-4f4f-a0b7-8f19f709817b" providerId="AD" clId="Web-{EDC823B2-E1FF-F9F9-1EAB-CB8AC4489162}" dt="2025-04-24T14:06:33.014" v="1044" actId="20577"/>
          <ac:spMkLst>
            <pc:docMk/>
            <pc:sldMk cId="4292797107" sldId="290"/>
            <ac:spMk id="4" creationId="{FD87FE4C-50AB-788C-DF8B-FCE9E2239A26}"/>
          </ac:spMkLst>
        </pc:spChg>
        <pc:spChg chg="add">
          <ac:chgData name="Dey, Sumon Kanti" userId="S::sdey26@emory.edu::d0b991bf-8a4d-4f4f-a0b7-8f19f709817b" providerId="AD" clId="Web-{EDC823B2-E1FF-F9F9-1EAB-CB8AC4489162}" dt="2025-04-24T06:52:32.553" v="725"/>
          <ac:spMkLst>
            <pc:docMk/>
            <pc:sldMk cId="4292797107" sldId="290"/>
            <ac:spMk id="6" creationId="{54474B13-BC2A-1D00-05F4-D6C31C5B67D7}"/>
          </ac:spMkLst>
        </pc:spChg>
        <pc:spChg chg="add">
          <ac:chgData name="Dey, Sumon Kanti" userId="S::sdey26@emory.edu::d0b991bf-8a4d-4f4f-a0b7-8f19f709817b" providerId="AD" clId="Web-{EDC823B2-E1FF-F9F9-1EAB-CB8AC4489162}" dt="2025-04-24T06:52:32.553" v="726"/>
          <ac:spMkLst>
            <pc:docMk/>
            <pc:sldMk cId="4292797107" sldId="290"/>
            <ac:spMk id="8" creationId="{69A7CD9A-FB0B-BFEE-8FB7-C389F9D01298}"/>
          </ac:spMkLst>
        </pc:spChg>
        <pc:spChg chg="add">
          <ac:chgData name="Dey, Sumon Kanti" userId="S::sdey26@emory.edu::d0b991bf-8a4d-4f4f-a0b7-8f19f709817b" providerId="AD" clId="Web-{EDC823B2-E1FF-F9F9-1EAB-CB8AC4489162}" dt="2025-04-24T06:52:32.568" v="727"/>
          <ac:spMkLst>
            <pc:docMk/>
            <pc:sldMk cId="4292797107" sldId="290"/>
            <ac:spMk id="10" creationId="{229E2F8D-0B0C-53CC-6F60-18653510A3E7}"/>
          </ac:spMkLst>
        </pc:spChg>
        <pc:spChg chg="add">
          <ac:chgData name="Dey, Sumon Kanti" userId="S::sdey26@emory.edu::d0b991bf-8a4d-4f4f-a0b7-8f19f709817b" providerId="AD" clId="Web-{EDC823B2-E1FF-F9F9-1EAB-CB8AC4489162}" dt="2025-04-24T06:52:32.568" v="728"/>
          <ac:spMkLst>
            <pc:docMk/>
            <pc:sldMk cId="4292797107" sldId="290"/>
            <ac:spMk id="12" creationId="{1330868D-88F5-AC5A-76B1-6FCEE1FB42BC}"/>
          </ac:spMkLst>
        </pc:spChg>
        <pc:spChg chg="add">
          <ac:chgData name="Dey, Sumon Kanti" userId="S::sdey26@emory.edu::d0b991bf-8a4d-4f4f-a0b7-8f19f709817b" providerId="AD" clId="Web-{EDC823B2-E1FF-F9F9-1EAB-CB8AC4489162}" dt="2025-04-24T06:52:32.584" v="729"/>
          <ac:spMkLst>
            <pc:docMk/>
            <pc:sldMk cId="4292797107" sldId="290"/>
            <ac:spMk id="14" creationId="{71623006-BD70-DB5E-0C71-95506253015E}"/>
          </ac:spMkLst>
        </pc:spChg>
        <pc:spChg chg="add">
          <ac:chgData name="Dey, Sumon Kanti" userId="S::sdey26@emory.edu::d0b991bf-8a4d-4f4f-a0b7-8f19f709817b" providerId="AD" clId="Web-{EDC823B2-E1FF-F9F9-1EAB-CB8AC4489162}" dt="2025-04-24T06:52:32.600" v="730"/>
          <ac:spMkLst>
            <pc:docMk/>
            <pc:sldMk cId="4292797107" sldId="290"/>
            <ac:spMk id="16" creationId="{6A2C31A6-FB4A-DC79-D3BA-85C02D73D01F}"/>
          </ac:spMkLst>
        </pc:spChg>
        <pc:picChg chg="mod">
          <ac:chgData name="Dey, Sumon Kanti" userId="S::sdey26@emory.edu::d0b991bf-8a4d-4f4f-a0b7-8f19f709817b" providerId="AD" clId="Web-{EDC823B2-E1FF-F9F9-1EAB-CB8AC4489162}" dt="2025-04-24T02:22:09.753" v="252" actId="1076"/>
          <ac:picMkLst>
            <pc:docMk/>
            <pc:sldMk cId="4292797107" sldId="290"/>
            <ac:picMk id="5" creationId="{A598F2AC-3D75-A857-E1D0-D8C20B754DF4}"/>
          </ac:picMkLst>
        </pc:picChg>
      </pc:sldChg>
      <pc:sldChg chg="delSp modSp ord">
        <pc:chgData name="Dey, Sumon Kanti" userId="S::sdey26@emory.edu::d0b991bf-8a4d-4f4f-a0b7-8f19f709817b" providerId="AD" clId="Web-{EDC823B2-E1FF-F9F9-1EAB-CB8AC4489162}" dt="2025-04-24T14:06:58.906" v="1053" actId="20577"/>
        <pc:sldMkLst>
          <pc:docMk/>
          <pc:sldMk cId="809190188" sldId="291"/>
        </pc:sldMkLst>
        <pc:spChg chg="mod">
          <ac:chgData name="Dey, Sumon Kanti" userId="S::sdey26@emory.edu::d0b991bf-8a4d-4f4f-a0b7-8f19f709817b" providerId="AD" clId="Web-{EDC823B2-E1FF-F9F9-1EAB-CB8AC4489162}" dt="2025-04-24T06:51:58.536" v="708" actId="20577"/>
          <ac:spMkLst>
            <pc:docMk/>
            <pc:sldMk cId="809190188" sldId="291"/>
            <ac:spMk id="9" creationId="{8DA67A6E-08E2-9295-7149-55349697E970}"/>
          </ac:spMkLst>
        </pc:spChg>
        <pc:spChg chg="del mod">
          <ac:chgData name="Dey, Sumon Kanti" userId="S::sdey26@emory.edu::d0b991bf-8a4d-4f4f-a0b7-8f19f709817b" providerId="AD" clId="Web-{EDC823B2-E1FF-F9F9-1EAB-CB8AC4489162}" dt="2025-04-24T03:19:47.504" v="438"/>
          <ac:spMkLst>
            <pc:docMk/>
            <pc:sldMk cId="809190188" sldId="291"/>
            <ac:spMk id="13" creationId="{F4BFD842-47DB-B8A6-7C5B-DAB4A5DAA897}"/>
          </ac:spMkLst>
        </pc:spChg>
        <pc:spChg chg="mod">
          <ac:chgData name="Dey, Sumon Kanti" userId="S::sdey26@emory.edu::d0b991bf-8a4d-4f4f-a0b7-8f19f709817b" providerId="AD" clId="Web-{EDC823B2-E1FF-F9F9-1EAB-CB8AC4489162}" dt="2025-04-24T14:06:58.906" v="1053" actId="20577"/>
          <ac:spMkLst>
            <pc:docMk/>
            <pc:sldMk cId="809190188" sldId="291"/>
            <ac:spMk id="17" creationId="{67380A0E-1951-7BDE-B428-A0DD5A9A0C16}"/>
          </ac:spMkLst>
        </pc:spChg>
        <pc:spChg chg="mod">
          <ac:chgData name="Dey, Sumon Kanti" userId="S::sdey26@emory.edu::d0b991bf-8a4d-4f4f-a0b7-8f19f709817b" providerId="AD" clId="Web-{EDC823B2-E1FF-F9F9-1EAB-CB8AC4489162}" dt="2025-04-24T02:39:09.541" v="367" actId="20577"/>
          <ac:spMkLst>
            <pc:docMk/>
            <pc:sldMk cId="809190188" sldId="291"/>
            <ac:spMk id="19" creationId="{B439F78D-4EB2-B83A-77E1-69B91CC43797}"/>
          </ac:spMkLst>
        </pc:spChg>
        <pc:picChg chg="del mod">
          <ac:chgData name="Dey, Sumon Kanti" userId="S::sdey26@emory.edu::d0b991bf-8a4d-4f4f-a0b7-8f19f709817b" providerId="AD" clId="Web-{EDC823B2-E1FF-F9F9-1EAB-CB8AC4489162}" dt="2025-04-24T03:19:42.816" v="436"/>
          <ac:picMkLst>
            <pc:docMk/>
            <pc:sldMk cId="809190188" sldId="291"/>
            <ac:picMk id="6" creationId="{6CC563D7-F09C-834A-E797-4A3FC4B92B86}"/>
          </ac:picMkLst>
        </pc:picChg>
        <pc:picChg chg="del mod">
          <ac:chgData name="Dey, Sumon Kanti" userId="S::sdey26@emory.edu::d0b991bf-8a4d-4f4f-a0b7-8f19f709817b" providerId="AD" clId="Web-{EDC823B2-E1FF-F9F9-1EAB-CB8AC4489162}" dt="2025-04-24T03:19:41.285" v="435"/>
          <ac:picMkLst>
            <pc:docMk/>
            <pc:sldMk cId="809190188" sldId="291"/>
            <ac:picMk id="12" creationId="{D29A6F6B-7DCC-64A2-283B-B67CD1A966E8}"/>
          </ac:picMkLst>
        </pc:picChg>
        <pc:picChg chg="del mod">
          <ac:chgData name="Dey, Sumon Kanti" userId="S::sdey26@emory.edu::d0b991bf-8a4d-4f4f-a0b7-8f19f709817b" providerId="AD" clId="Web-{EDC823B2-E1FF-F9F9-1EAB-CB8AC4489162}" dt="2025-04-24T03:19:40.160" v="434"/>
          <ac:picMkLst>
            <pc:docMk/>
            <pc:sldMk cId="809190188" sldId="291"/>
            <ac:picMk id="14" creationId="{F2F5D948-2AC4-1A40-1E1B-A9FF0CCFFD73}"/>
          </ac:picMkLst>
        </pc:picChg>
        <pc:picChg chg="mod">
          <ac:chgData name="Dey, Sumon Kanti" userId="S::sdey26@emory.edu::d0b991bf-8a4d-4f4f-a0b7-8f19f709817b" providerId="AD" clId="Web-{EDC823B2-E1FF-F9F9-1EAB-CB8AC4489162}" dt="2025-04-24T02:13:46.406" v="240" actId="1076"/>
          <ac:picMkLst>
            <pc:docMk/>
            <pc:sldMk cId="809190188" sldId="291"/>
            <ac:picMk id="15" creationId="{283CC70B-8679-92A0-412D-6D8D75531EB6}"/>
          </ac:picMkLst>
        </pc:picChg>
        <pc:picChg chg="mod">
          <ac:chgData name="Dey, Sumon Kanti" userId="S::sdey26@emory.edu::d0b991bf-8a4d-4f4f-a0b7-8f19f709817b" providerId="AD" clId="Web-{EDC823B2-E1FF-F9F9-1EAB-CB8AC4489162}" dt="2025-04-24T03:29:31.133" v="465" actId="1076"/>
          <ac:picMkLst>
            <pc:docMk/>
            <pc:sldMk cId="809190188" sldId="291"/>
            <ac:picMk id="16" creationId="{EE8783EF-82A8-362C-9D2A-190E2F7EE572}"/>
          </ac:picMkLst>
        </pc:picChg>
      </pc:sldChg>
      <pc:sldChg chg="del">
        <pc:chgData name="Dey, Sumon Kanti" userId="S::sdey26@emory.edu::d0b991bf-8a4d-4f4f-a0b7-8f19f709817b" providerId="AD" clId="Web-{EDC823B2-E1FF-F9F9-1EAB-CB8AC4489162}" dt="2025-04-24T02:41:42.344" v="384"/>
        <pc:sldMkLst>
          <pc:docMk/>
          <pc:sldMk cId="2762758352" sldId="292"/>
        </pc:sldMkLst>
      </pc:sldChg>
      <pc:sldChg chg="addSp delSp">
        <pc:chgData name="Dey, Sumon Kanti" userId="S::sdey26@emory.edu::d0b991bf-8a4d-4f4f-a0b7-8f19f709817b" providerId="AD" clId="Web-{EDC823B2-E1FF-F9F9-1EAB-CB8AC4489162}" dt="2025-04-24T06:51:14.690" v="658"/>
        <pc:sldMkLst>
          <pc:docMk/>
          <pc:sldMk cId="0" sldId="295"/>
        </pc:sldMkLst>
        <pc:spChg chg="add del">
          <ac:chgData name="Dey, Sumon Kanti" userId="S::sdey26@emory.edu::d0b991bf-8a4d-4f4f-a0b7-8f19f709817b" providerId="AD" clId="Web-{EDC823B2-E1FF-F9F9-1EAB-CB8AC4489162}" dt="2025-04-24T06:50:44.627" v="639"/>
          <ac:spMkLst>
            <pc:docMk/>
            <pc:sldMk cId="0" sldId="295"/>
            <ac:spMk id="14" creationId="{39A7CD1F-08CA-43F0-6858-190DF3B5BBAA}"/>
          </ac:spMkLst>
        </pc:spChg>
        <pc:spChg chg="add del">
          <ac:chgData name="Dey, Sumon Kanti" userId="S::sdey26@emory.edu::d0b991bf-8a4d-4f4f-a0b7-8f19f709817b" providerId="AD" clId="Web-{EDC823B2-E1FF-F9F9-1EAB-CB8AC4489162}" dt="2025-04-24T06:50:44.627" v="638"/>
          <ac:spMkLst>
            <pc:docMk/>
            <pc:sldMk cId="0" sldId="295"/>
            <ac:spMk id="16" creationId="{AB216AAD-42E8-5C56-67BF-DCF5B18845DE}"/>
          </ac:spMkLst>
        </pc:spChg>
        <pc:spChg chg="add del">
          <ac:chgData name="Dey, Sumon Kanti" userId="S::sdey26@emory.edu::d0b991bf-8a4d-4f4f-a0b7-8f19f709817b" providerId="AD" clId="Web-{EDC823B2-E1FF-F9F9-1EAB-CB8AC4489162}" dt="2025-04-24T06:50:44.627" v="637"/>
          <ac:spMkLst>
            <pc:docMk/>
            <pc:sldMk cId="0" sldId="295"/>
            <ac:spMk id="18" creationId="{8D032065-A30A-81ED-C241-320F35EE43BE}"/>
          </ac:spMkLst>
        </pc:spChg>
        <pc:spChg chg="add del">
          <ac:chgData name="Dey, Sumon Kanti" userId="S::sdey26@emory.edu::d0b991bf-8a4d-4f4f-a0b7-8f19f709817b" providerId="AD" clId="Web-{EDC823B2-E1FF-F9F9-1EAB-CB8AC4489162}" dt="2025-04-24T06:50:44.627" v="636"/>
          <ac:spMkLst>
            <pc:docMk/>
            <pc:sldMk cId="0" sldId="295"/>
            <ac:spMk id="20" creationId="{20366990-68A3-723C-5063-7500076E02E4}"/>
          </ac:spMkLst>
        </pc:spChg>
        <pc:spChg chg="add del">
          <ac:chgData name="Dey, Sumon Kanti" userId="S::sdey26@emory.edu::d0b991bf-8a4d-4f4f-a0b7-8f19f709817b" providerId="AD" clId="Web-{EDC823B2-E1FF-F9F9-1EAB-CB8AC4489162}" dt="2025-04-24T06:50:44.627" v="635"/>
          <ac:spMkLst>
            <pc:docMk/>
            <pc:sldMk cId="0" sldId="295"/>
            <ac:spMk id="22" creationId="{6B69C3A4-6F87-CF4D-98C9-EC13645C0E8A}"/>
          </ac:spMkLst>
        </pc:spChg>
        <pc:spChg chg="add del">
          <ac:chgData name="Dey, Sumon Kanti" userId="S::sdey26@emory.edu::d0b991bf-8a4d-4f4f-a0b7-8f19f709817b" providerId="AD" clId="Web-{EDC823B2-E1FF-F9F9-1EAB-CB8AC4489162}" dt="2025-04-24T06:50:44.627" v="634"/>
          <ac:spMkLst>
            <pc:docMk/>
            <pc:sldMk cId="0" sldId="295"/>
            <ac:spMk id="24" creationId="{92C43085-8603-C008-9F32-8BCBF9BB870B}"/>
          </ac:spMkLst>
        </pc:spChg>
        <pc:spChg chg="add">
          <ac:chgData name="Dey, Sumon Kanti" userId="S::sdey26@emory.edu::d0b991bf-8a4d-4f4f-a0b7-8f19f709817b" providerId="AD" clId="Web-{EDC823B2-E1FF-F9F9-1EAB-CB8AC4489162}" dt="2025-04-24T06:51:14.628" v="653"/>
          <ac:spMkLst>
            <pc:docMk/>
            <pc:sldMk cId="0" sldId="295"/>
            <ac:spMk id="26" creationId="{F3829238-D22E-740C-B078-A68D8F8B2FE5}"/>
          </ac:spMkLst>
        </pc:spChg>
        <pc:spChg chg="add">
          <ac:chgData name="Dey, Sumon Kanti" userId="S::sdey26@emory.edu::d0b991bf-8a4d-4f4f-a0b7-8f19f709817b" providerId="AD" clId="Web-{EDC823B2-E1FF-F9F9-1EAB-CB8AC4489162}" dt="2025-04-24T06:51:14.644" v="654"/>
          <ac:spMkLst>
            <pc:docMk/>
            <pc:sldMk cId="0" sldId="295"/>
            <ac:spMk id="28" creationId="{D7BBF9A6-CFBC-65D8-EB72-685855E545AB}"/>
          </ac:spMkLst>
        </pc:spChg>
        <pc:spChg chg="add">
          <ac:chgData name="Dey, Sumon Kanti" userId="S::sdey26@emory.edu::d0b991bf-8a4d-4f4f-a0b7-8f19f709817b" providerId="AD" clId="Web-{EDC823B2-E1FF-F9F9-1EAB-CB8AC4489162}" dt="2025-04-24T06:51:14.659" v="655"/>
          <ac:spMkLst>
            <pc:docMk/>
            <pc:sldMk cId="0" sldId="295"/>
            <ac:spMk id="30" creationId="{D6678258-B7BE-5BF6-FAD5-3202FE88AE8E}"/>
          </ac:spMkLst>
        </pc:spChg>
        <pc:spChg chg="add">
          <ac:chgData name="Dey, Sumon Kanti" userId="S::sdey26@emory.edu::d0b991bf-8a4d-4f4f-a0b7-8f19f709817b" providerId="AD" clId="Web-{EDC823B2-E1FF-F9F9-1EAB-CB8AC4489162}" dt="2025-04-24T06:51:14.675" v="656"/>
          <ac:spMkLst>
            <pc:docMk/>
            <pc:sldMk cId="0" sldId="295"/>
            <ac:spMk id="32" creationId="{E00604BB-0A73-22D0-2EED-07B5E79DB06B}"/>
          </ac:spMkLst>
        </pc:spChg>
        <pc:spChg chg="add">
          <ac:chgData name="Dey, Sumon Kanti" userId="S::sdey26@emory.edu::d0b991bf-8a4d-4f4f-a0b7-8f19f709817b" providerId="AD" clId="Web-{EDC823B2-E1FF-F9F9-1EAB-CB8AC4489162}" dt="2025-04-24T06:51:14.675" v="657"/>
          <ac:spMkLst>
            <pc:docMk/>
            <pc:sldMk cId="0" sldId="295"/>
            <ac:spMk id="34" creationId="{C4BA2251-488C-D6D5-D32B-34BD0FBE79A3}"/>
          </ac:spMkLst>
        </pc:spChg>
        <pc:spChg chg="add">
          <ac:chgData name="Dey, Sumon Kanti" userId="S::sdey26@emory.edu::d0b991bf-8a4d-4f4f-a0b7-8f19f709817b" providerId="AD" clId="Web-{EDC823B2-E1FF-F9F9-1EAB-CB8AC4489162}" dt="2025-04-24T06:51:14.690" v="658"/>
          <ac:spMkLst>
            <pc:docMk/>
            <pc:sldMk cId="0" sldId="295"/>
            <ac:spMk id="36" creationId="{FE5A6555-C037-EAE1-86B7-3282DA3F46EC}"/>
          </ac:spMkLst>
        </pc:spChg>
      </pc:sldChg>
      <pc:sldChg chg="add del mod replId modShow">
        <pc:chgData name="Dey, Sumon Kanti" userId="S::sdey26@emory.edu::d0b991bf-8a4d-4f4f-a0b7-8f19f709817b" providerId="AD" clId="Web-{EDC823B2-E1FF-F9F9-1EAB-CB8AC4489162}" dt="2025-04-24T03:14:01.851" v="418"/>
        <pc:sldMkLst>
          <pc:docMk/>
          <pc:sldMk cId="3108053486" sldId="296"/>
        </pc:sldMkLst>
      </pc:sldChg>
      <pc:sldChg chg="add del mod replId modShow">
        <pc:chgData name="Dey, Sumon Kanti" userId="S::sdey26@emory.edu::d0b991bf-8a4d-4f4f-a0b7-8f19f709817b" providerId="AD" clId="Web-{EDC823B2-E1FF-F9F9-1EAB-CB8AC4489162}" dt="2025-04-24T03:14:36.243" v="419"/>
        <pc:sldMkLst>
          <pc:docMk/>
          <pc:sldMk cId="2477264681" sldId="297"/>
        </pc:sldMkLst>
      </pc:sldChg>
      <pc:sldChg chg="add mod replId modShow">
        <pc:chgData name="Dey, Sumon Kanti" userId="S::sdey26@emory.edu::d0b991bf-8a4d-4f4f-a0b7-8f19f709817b" providerId="AD" clId="Web-{EDC823B2-E1FF-F9F9-1EAB-CB8AC4489162}" dt="2025-04-24T02:06:30.312" v="188"/>
        <pc:sldMkLst>
          <pc:docMk/>
          <pc:sldMk cId="4192876989" sldId="298"/>
        </pc:sldMkLst>
      </pc:sldChg>
      <pc:sldChg chg="delSp modSp add replId">
        <pc:chgData name="Dey, Sumon Kanti" userId="S::sdey26@emory.edu::d0b991bf-8a4d-4f4f-a0b7-8f19f709817b" providerId="AD" clId="Web-{EDC823B2-E1FF-F9F9-1EAB-CB8AC4489162}" dt="2025-04-24T06:51:48.567" v="704" actId="20577"/>
        <pc:sldMkLst>
          <pc:docMk/>
          <pc:sldMk cId="2844726525" sldId="299"/>
        </pc:sldMkLst>
        <pc:spChg chg="mod">
          <ac:chgData name="Dey, Sumon Kanti" userId="S::sdey26@emory.edu::d0b991bf-8a4d-4f4f-a0b7-8f19f709817b" providerId="AD" clId="Web-{EDC823B2-E1FF-F9F9-1EAB-CB8AC4489162}" dt="2025-04-24T06:51:48.567" v="704" actId="20577"/>
          <ac:spMkLst>
            <pc:docMk/>
            <pc:sldMk cId="2844726525" sldId="299"/>
            <ac:spMk id="9" creationId="{D4D0582C-40F2-02C7-0F85-67B9DDCE5506}"/>
          </ac:spMkLst>
        </pc:spChg>
        <pc:spChg chg="mod">
          <ac:chgData name="Dey, Sumon Kanti" userId="S::sdey26@emory.edu::d0b991bf-8a4d-4f4f-a0b7-8f19f709817b" providerId="AD" clId="Web-{EDC823B2-E1FF-F9F9-1EAB-CB8AC4489162}" dt="2025-04-24T03:29:53.946" v="466" actId="1076"/>
          <ac:spMkLst>
            <pc:docMk/>
            <pc:sldMk cId="2844726525" sldId="299"/>
            <ac:spMk id="13" creationId="{07CB1484-13FC-B210-DFAF-55EB444F6BEB}"/>
          </ac:spMkLst>
        </pc:spChg>
        <pc:spChg chg="del mod">
          <ac:chgData name="Dey, Sumon Kanti" userId="S::sdey26@emory.edu::d0b991bf-8a4d-4f4f-a0b7-8f19f709817b" providerId="AD" clId="Web-{EDC823B2-E1FF-F9F9-1EAB-CB8AC4489162}" dt="2025-04-24T03:19:29.331" v="432"/>
          <ac:spMkLst>
            <pc:docMk/>
            <pc:sldMk cId="2844726525" sldId="299"/>
            <ac:spMk id="17" creationId="{4A6543D5-F77A-321A-074E-6617C433841F}"/>
          </ac:spMkLst>
        </pc:spChg>
        <pc:picChg chg="mod">
          <ac:chgData name="Dey, Sumon Kanti" userId="S::sdey26@emory.edu::d0b991bf-8a4d-4f4f-a0b7-8f19f709817b" providerId="AD" clId="Web-{EDC823B2-E1FF-F9F9-1EAB-CB8AC4489162}" dt="2025-04-24T03:29:56.493" v="467" actId="1076"/>
          <ac:picMkLst>
            <pc:docMk/>
            <pc:sldMk cId="2844726525" sldId="299"/>
            <ac:picMk id="6" creationId="{BCF6E0C1-2624-73BD-E52A-E51BB4B2C5F1}"/>
          </ac:picMkLst>
        </pc:picChg>
        <pc:picChg chg="mod">
          <ac:chgData name="Dey, Sumon Kanti" userId="S::sdey26@emory.edu::d0b991bf-8a4d-4f4f-a0b7-8f19f709817b" providerId="AD" clId="Web-{EDC823B2-E1FF-F9F9-1EAB-CB8AC4489162}" dt="2025-04-24T03:28:48.491" v="452" actId="1076"/>
          <ac:picMkLst>
            <pc:docMk/>
            <pc:sldMk cId="2844726525" sldId="299"/>
            <ac:picMk id="12" creationId="{8567CFFC-6172-0677-9764-2469A9AAF204}"/>
          </ac:picMkLst>
        </pc:picChg>
        <pc:picChg chg="mod">
          <ac:chgData name="Dey, Sumon Kanti" userId="S::sdey26@emory.edu::d0b991bf-8a4d-4f4f-a0b7-8f19f709817b" providerId="AD" clId="Web-{EDC823B2-E1FF-F9F9-1EAB-CB8AC4489162}" dt="2025-04-24T03:28:49.256" v="453" actId="1076"/>
          <ac:picMkLst>
            <pc:docMk/>
            <pc:sldMk cId="2844726525" sldId="299"/>
            <ac:picMk id="14" creationId="{DE905015-9F0E-A307-70E9-47F6F723F797}"/>
          </ac:picMkLst>
        </pc:picChg>
        <pc:picChg chg="del">
          <ac:chgData name="Dey, Sumon Kanti" userId="S::sdey26@emory.edu::d0b991bf-8a4d-4f4f-a0b7-8f19f709817b" providerId="AD" clId="Web-{EDC823B2-E1FF-F9F9-1EAB-CB8AC4489162}" dt="2025-04-24T03:19:23.487" v="430"/>
          <ac:picMkLst>
            <pc:docMk/>
            <pc:sldMk cId="2844726525" sldId="299"/>
            <ac:picMk id="16" creationId="{1732A513-E0A7-6815-3B80-09D4170C105A}"/>
          </ac:picMkLst>
        </pc:picChg>
      </pc:sldChg>
      <pc:sldChg chg="addSp delSp modSp add replId">
        <pc:chgData name="Dey, Sumon Kanti" userId="S::sdey26@emory.edu::d0b991bf-8a4d-4f4f-a0b7-8f19f709817b" providerId="AD" clId="Web-{EDC823B2-E1FF-F9F9-1EAB-CB8AC4489162}" dt="2025-04-24T07:55:08.636" v="916" actId="1076"/>
        <pc:sldMkLst>
          <pc:docMk/>
          <pc:sldMk cId="3202732360" sldId="300"/>
        </pc:sldMkLst>
        <pc:spChg chg="add del">
          <ac:chgData name="Dey, Sumon Kanti" userId="S::sdey26@emory.edu::d0b991bf-8a4d-4f4f-a0b7-8f19f709817b" providerId="AD" clId="Web-{EDC823B2-E1FF-F9F9-1EAB-CB8AC4489162}" dt="2025-04-24T07:54:42.291" v="906"/>
          <ac:spMkLst>
            <pc:docMk/>
            <pc:sldMk cId="3202732360" sldId="300"/>
            <ac:spMk id="3" creationId="{E2332337-78B7-BCC6-3924-46E0FC392D07}"/>
          </ac:spMkLst>
        </pc:spChg>
        <pc:spChg chg="mod">
          <ac:chgData name="Dey, Sumon Kanti" userId="S::sdey26@emory.edu::d0b991bf-8a4d-4f4f-a0b7-8f19f709817b" providerId="AD" clId="Web-{EDC823B2-E1FF-F9F9-1EAB-CB8AC4489162}" dt="2025-04-24T07:55:00.948" v="913" actId="1076"/>
          <ac:spMkLst>
            <pc:docMk/>
            <pc:sldMk cId="3202732360" sldId="300"/>
            <ac:spMk id="4" creationId="{7148FB38-44DD-CAB8-665C-B5DBF3592270}"/>
          </ac:spMkLst>
        </pc:spChg>
        <pc:spChg chg="add mod">
          <ac:chgData name="Dey, Sumon Kanti" userId="S::sdey26@emory.edu::d0b991bf-8a4d-4f4f-a0b7-8f19f709817b" providerId="AD" clId="Web-{EDC823B2-E1FF-F9F9-1EAB-CB8AC4489162}" dt="2025-04-24T07:55:08.636" v="916" actId="1076"/>
          <ac:spMkLst>
            <pc:docMk/>
            <pc:sldMk cId="3202732360" sldId="300"/>
            <ac:spMk id="6" creationId="{08724632-1BF4-1DF0-78FF-E691ED254833}"/>
          </ac:spMkLst>
        </pc:spChg>
      </pc:sldChg>
      <pc:sldChg chg="addSp modSp add replId modNotes">
        <pc:chgData name="Dey, Sumon Kanti" userId="S::sdey26@emory.edu::d0b991bf-8a4d-4f4f-a0b7-8f19f709817b" providerId="AD" clId="Web-{EDC823B2-E1FF-F9F9-1EAB-CB8AC4489162}" dt="2025-04-24T14:06:02.997" v="1039" actId="14100"/>
        <pc:sldMkLst>
          <pc:docMk/>
          <pc:sldMk cId="2047957120" sldId="301"/>
        </pc:sldMkLst>
        <pc:spChg chg="mod">
          <ac:chgData name="Dey, Sumon Kanti" userId="S::sdey26@emory.edu::d0b991bf-8a4d-4f4f-a0b7-8f19f709817b" providerId="AD" clId="Web-{EDC823B2-E1FF-F9F9-1EAB-CB8AC4489162}" dt="2025-04-24T07:56:22.545" v="929" actId="20577"/>
          <ac:spMkLst>
            <pc:docMk/>
            <pc:sldMk cId="2047957120" sldId="301"/>
            <ac:spMk id="4" creationId="{D3224B1F-BCDA-4F38-0759-4BF13CD5F5C3}"/>
          </ac:spMkLst>
        </pc:spChg>
        <pc:spChg chg="add mod">
          <ac:chgData name="Dey, Sumon Kanti" userId="S::sdey26@emory.edu::d0b991bf-8a4d-4f4f-a0b7-8f19f709817b" providerId="AD" clId="Web-{EDC823B2-E1FF-F9F9-1EAB-CB8AC4489162}" dt="2025-04-24T14:06:02.997" v="1039" actId="14100"/>
          <ac:spMkLst>
            <pc:docMk/>
            <pc:sldMk cId="2047957120" sldId="301"/>
            <ac:spMk id="13" creationId="{92F493AD-2CBA-CD01-3D48-7E22EE53761C}"/>
          </ac:spMkLst>
        </pc:spChg>
        <pc:picChg chg="add mod">
          <ac:chgData name="Dey, Sumon Kanti" userId="S::sdey26@emory.edu::d0b991bf-8a4d-4f4f-a0b7-8f19f709817b" providerId="AD" clId="Web-{EDC823B2-E1FF-F9F9-1EAB-CB8AC4489162}" dt="2025-04-24T08:12:50.078" v="948" actId="1076"/>
          <ac:picMkLst>
            <pc:docMk/>
            <pc:sldMk cId="2047957120" sldId="301"/>
            <ac:picMk id="3" creationId="{03158BFF-E67A-7624-C11D-FACD31337D33}"/>
          </ac:picMkLst>
        </pc:picChg>
        <pc:picChg chg="add mod">
          <ac:chgData name="Dey, Sumon Kanti" userId="S::sdey26@emory.edu::d0b991bf-8a4d-4f4f-a0b7-8f19f709817b" providerId="AD" clId="Web-{EDC823B2-E1FF-F9F9-1EAB-CB8AC4489162}" dt="2025-04-24T08:14:32.722" v="949" actId="1076"/>
          <ac:picMkLst>
            <pc:docMk/>
            <pc:sldMk cId="2047957120" sldId="301"/>
            <ac:picMk id="6" creationId="{A64EB67C-9A98-6CB3-05B8-309C4BB5E38C}"/>
          </ac:picMkLst>
        </pc:picChg>
      </pc:sldChg>
      <pc:sldChg chg="modSp">
        <pc:chgData name="Dey, Sumon Kanti" userId="S::sdey26@emory.edu::d0b991bf-8a4d-4f4f-a0b7-8f19f709817b" providerId="AD" clId="Web-{EDC823B2-E1FF-F9F9-1EAB-CB8AC4489162}" dt="2025-04-24T13:57:40.760" v="1033" actId="20577"/>
        <pc:sldMkLst>
          <pc:docMk/>
          <pc:sldMk cId="2318611785" sldId="302"/>
        </pc:sldMkLst>
        <pc:spChg chg="mod">
          <ac:chgData name="Dey, Sumon Kanti" userId="S::sdey26@emory.edu::d0b991bf-8a4d-4f4f-a0b7-8f19f709817b" providerId="AD" clId="Web-{EDC823B2-E1FF-F9F9-1EAB-CB8AC4489162}" dt="2025-04-24T13:57:40.760" v="1033" actId="20577"/>
          <ac:spMkLst>
            <pc:docMk/>
            <pc:sldMk cId="2318611785" sldId="302"/>
            <ac:spMk id="21" creationId="{2F60733C-E02F-63A2-09B8-04A02277D743}"/>
          </ac:spMkLst>
        </pc:spChg>
        <pc:picChg chg="mod modCrop">
          <ac:chgData name="Dey, Sumon Kanti" userId="S::sdey26@emory.edu::d0b991bf-8a4d-4f4f-a0b7-8f19f709817b" providerId="AD" clId="Web-{EDC823B2-E1FF-F9F9-1EAB-CB8AC4489162}" dt="2025-04-24T13:56:48.164" v="1027"/>
          <ac:picMkLst>
            <pc:docMk/>
            <pc:sldMk cId="2318611785" sldId="302"/>
            <ac:picMk id="2" creationId="{C8F5F236-4E8F-9C0D-0148-6C12B2E37E0F}"/>
          </ac:picMkLst>
        </pc:picChg>
      </pc:sldChg>
    </pc:docChg>
  </pc:docChgLst>
  <pc:docChgLst>
    <pc:chgData name="Hassannia, Mohammad Sina" userId="S::mhasann@emory.edu::e31ae476-97a3-4c8a-9ab2-c74a0d1a08bb" providerId="AD" clId="Web-{D560FC90-72E2-77A5-25D9-1FD1BC26842E}"/>
    <pc:docChg chg="modSld">
      <pc:chgData name="Hassannia, Mohammad Sina" userId="S::mhasann@emory.edu::e31ae476-97a3-4c8a-9ab2-c74a0d1a08bb" providerId="AD" clId="Web-{D560FC90-72E2-77A5-25D9-1FD1BC26842E}" dt="2025-04-30T17:23:15.825" v="3" actId="20577"/>
      <pc:docMkLst>
        <pc:docMk/>
      </pc:docMkLst>
      <pc:sldChg chg="modSp">
        <pc:chgData name="Hassannia, Mohammad Sina" userId="S::mhasann@emory.edu::e31ae476-97a3-4c8a-9ab2-c74a0d1a08bb" providerId="AD" clId="Web-{D560FC90-72E2-77A5-25D9-1FD1BC26842E}" dt="2025-04-30T16:06:15.171" v="1" actId="14100"/>
        <pc:sldMkLst>
          <pc:docMk/>
          <pc:sldMk cId="2863739839" sldId="283"/>
        </pc:sldMkLst>
        <pc:picChg chg="mod">
          <ac:chgData name="Hassannia, Mohammad Sina" userId="S::mhasann@emory.edu::e31ae476-97a3-4c8a-9ab2-c74a0d1a08bb" providerId="AD" clId="Web-{D560FC90-72E2-77A5-25D9-1FD1BC26842E}" dt="2025-04-30T16:06:15.171" v="1" actId="14100"/>
          <ac:picMkLst>
            <pc:docMk/>
            <pc:sldMk cId="2863739839" sldId="283"/>
            <ac:picMk id="20" creationId="{6446FE08-3521-BC74-A455-CC69E4740D94}"/>
          </ac:picMkLst>
        </pc:picChg>
      </pc:sldChg>
      <pc:sldChg chg="modSp">
        <pc:chgData name="Hassannia, Mohammad Sina" userId="S::mhasann@emory.edu::e31ae476-97a3-4c8a-9ab2-c74a0d1a08bb" providerId="AD" clId="Web-{D560FC90-72E2-77A5-25D9-1FD1BC26842E}" dt="2025-04-30T17:23:15.825" v="3" actId="20577"/>
        <pc:sldMkLst>
          <pc:docMk/>
          <pc:sldMk cId="809190188" sldId="291"/>
        </pc:sldMkLst>
        <pc:spChg chg="mod">
          <ac:chgData name="Hassannia, Mohammad Sina" userId="S::mhasann@emory.edu::e31ae476-97a3-4c8a-9ab2-c74a0d1a08bb" providerId="AD" clId="Web-{D560FC90-72E2-77A5-25D9-1FD1BC26842E}" dt="2025-04-30T17:23:15.825" v="3" actId="20577"/>
          <ac:spMkLst>
            <pc:docMk/>
            <pc:sldMk cId="809190188" sldId="291"/>
            <ac:spMk id="11" creationId="{F7AD6F73-41E9-B223-FF97-6928B822AAD4}"/>
          </ac:spMkLst>
        </pc:spChg>
      </pc:sldChg>
    </pc:docChg>
  </pc:docChgLst>
  <pc:docChgLst>
    <pc:chgData name="Panchumarthi, Lovely Yeswanth" userId="S::lpanch2@emory.edu::81da301a-62f0-49d3-9049-9743b9f2d4ea" providerId="AD" clId="Web-{C89B902E-568E-A080-F720-6C480F31274D}"/>
    <pc:docChg chg="modSld">
      <pc:chgData name="Panchumarthi, Lovely Yeswanth" userId="S::lpanch2@emory.edu::81da301a-62f0-49d3-9049-9743b9f2d4ea" providerId="AD" clId="Web-{C89B902E-568E-A080-F720-6C480F31274D}" dt="2025-04-23T22:55:07.818" v="85" actId="1076"/>
      <pc:docMkLst>
        <pc:docMk/>
      </pc:docMkLst>
      <pc:sldChg chg="addSp delSp modSp">
        <pc:chgData name="Panchumarthi, Lovely Yeswanth" userId="S::lpanch2@emory.edu::81da301a-62f0-49d3-9049-9743b9f2d4ea" providerId="AD" clId="Web-{C89B902E-568E-A080-F720-6C480F31274D}" dt="2025-04-23T22:55:07.818" v="85" actId="1076"/>
        <pc:sldMkLst>
          <pc:docMk/>
          <pc:sldMk cId="735264327" sldId="280"/>
        </pc:sldMkLst>
        <pc:spChg chg="del mod">
          <ac:chgData name="Panchumarthi, Lovely Yeswanth" userId="S::lpanch2@emory.edu::81da301a-62f0-49d3-9049-9743b9f2d4ea" providerId="AD" clId="Web-{C89B902E-568E-A080-F720-6C480F31274D}" dt="2025-04-23T22:52:47.173" v="17"/>
          <ac:spMkLst>
            <pc:docMk/>
            <pc:sldMk cId="735264327" sldId="280"/>
            <ac:spMk id="3" creationId="{D0555E3F-EC78-4584-379B-6DDE038D6AAA}"/>
          </ac:spMkLst>
        </pc:spChg>
        <pc:spChg chg="add del mod">
          <ac:chgData name="Panchumarthi, Lovely Yeswanth" userId="S::lpanch2@emory.edu::81da301a-62f0-49d3-9049-9743b9f2d4ea" providerId="AD" clId="Web-{C89B902E-568E-A080-F720-6C480F31274D}" dt="2025-04-23T22:52:26.938" v="3"/>
          <ac:spMkLst>
            <pc:docMk/>
            <pc:sldMk cId="735264327" sldId="280"/>
            <ac:spMk id="14" creationId="{9B100601-E94E-7B6D-87A3-6D4AF0C9AAC3}"/>
          </ac:spMkLst>
        </pc:spChg>
        <pc:spChg chg="del mod">
          <ac:chgData name="Panchumarthi, Lovely Yeswanth" userId="S::lpanch2@emory.edu::81da301a-62f0-49d3-9049-9743b9f2d4ea" providerId="AD" clId="Web-{C89B902E-568E-A080-F720-6C480F31274D}" dt="2025-04-23T22:52:49.579" v="20"/>
          <ac:spMkLst>
            <pc:docMk/>
            <pc:sldMk cId="735264327" sldId="280"/>
            <ac:spMk id="17" creationId="{17D06E84-0789-3527-DA96-78B9C24272E2}"/>
          </ac:spMkLst>
        </pc:spChg>
        <pc:spChg chg="del mod">
          <ac:chgData name="Panchumarthi, Lovely Yeswanth" userId="S::lpanch2@emory.edu::81da301a-62f0-49d3-9049-9743b9f2d4ea" providerId="AD" clId="Web-{C89B902E-568E-A080-F720-6C480F31274D}" dt="2025-04-23T22:52:52.798" v="23"/>
          <ac:spMkLst>
            <pc:docMk/>
            <pc:sldMk cId="735264327" sldId="280"/>
            <ac:spMk id="19" creationId="{5DE2CF3B-7FF3-B76C-D56B-09E61832E6E8}"/>
          </ac:spMkLst>
        </pc:spChg>
        <pc:spChg chg="mod">
          <ac:chgData name="Panchumarthi, Lovely Yeswanth" userId="S::lpanch2@emory.edu::81da301a-62f0-49d3-9049-9743b9f2d4ea" providerId="AD" clId="Web-{C89B902E-568E-A080-F720-6C480F31274D}" dt="2025-04-23T22:55:07.818" v="85" actId="1076"/>
          <ac:spMkLst>
            <pc:docMk/>
            <pc:sldMk cId="735264327" sldId="280"/>
            <ac:spMk id="21" creationId="{A71EED0A-05D5-D7FC-D4B0-CC4479AB5025}"/>
          </ac:spMkLst>
        </pc:spChg>
        <pc:picChg chg="del">
          <ac:chgData name="Panchumarthi, Lovely Yeswanth" userId="S::lpanch2@emory.edu::81da301a-62f0-49d3-9049-9743b9f2d4ea" providerId="AD" clId="Web-{C89B902E-568E-A080-F720-6C480F31274D}" dt="2025-04-23T22:52:19.234" v="1"/>
          <ac:picMkLst>
            <pc:docMk/>
            <pc:sldMk cId="735264327" sldId="280"/>
            <ac:picMk id="2" creationId="{4ED49828-EDB3-C0BE-B99C-3B06F65FC7C8}"/>
          </ac:picMkLst>
        </pc:picChg>
        <pc:picChg chg="add mod">
          <ac:chgData name="Panchumarthi, Lovely Yeswanth" userId="S::lpanch2@emory.edu::81da301a-62f0-49d3-9049-9743b9f2d4ea" providerId="AD" clId="Web-{C89B902E-568E-A080-F720-6C480F31274D}" dt="2025-04-23T22:53:03.080" v="27" actId="1076"/>
          <ac:picMkLst>
            <pc:docMk/>
            <pc:sldMk cId="735264327" sldId="280"/>
            <ac:picMk id="6" creationId="{B455F7AF-3972-C694-3E71-B2631E827C5A}"/>
          </ac:picMkLst>
        </pc:picChg>
        <pc:picChg chg="del">
          <ac:chgData name="Panchumarthi, Lovely Yeswanth" userId="S::lpanch2@emory.edu::81da301a-62f0-49d3-9049-9743b9f2d4ea" providerId="AD" clId="Web-{C89B902E-568E-A080-F720-6C480F31274D}" dt="2025-04-23T22:52:31.391" v="6"/>
          <ac:picMkLst>
            <pc:docMk/>
            <pc:sldMk cId="735264327" sldId="280"/>
            <ac:picMk id="16" creationId="{6FEF4857-C7B3-67AF-EB9F-2523EC973FBA}"/>
          </ac:picMkLst>
        </pc:picChg>
        <pc:picChg chg="del">
          <ac:chgData name="Panchumarthi, Lovely Yeswanth" userId="S::lpanch2@emory.edu::81da301a-62f0-49d3-9049-9743b9f2d4ea" providerId="AD" clId="Web-{C89B902E-568E-A080-F720-6C480F31274D}" dt="2025-04-23T22:52:28.719" v="4"/>
          <ac:picMkLst>
            <pc:docMk/>
            <pc:sldMk cId="735264327" sldId="280"/>
            <ac:picMk id="18" creationId="{F36DA259-2702-6973-17CF-849BCD5C839E}"/>
          </ac:picMkLst>
        </pc:picChg>
        <pc:picChg chg="del">
          <ac:chgData name="Panchumarthi, Lovely Yeswanth" userId="S::lpanch2@emory.edu::81da301a-62f0-49d3-9049-9743b9f2d4ea" providerId="AD" clId="Web-{C89B902E-568E-A080-F720-6C480F31274D}" dt="2025-04-23T22:52:29.829" v="5"/>
          <ac:picMkLst>
            <pc:docMk/>
            <pc:sldMk cId="735264327" sldId="280"/>
            <ac:picMk id="20" creationId="{F511125B-D813-F279-76AF-AABDF1DD8D89}"/>
          </ac:picMkLst>
        </pc:picChg>
      </pc:sldChg>
    </pc:docChg>
  </pc:docChgLst>
  <pc:docChgLst>
    <pc:chgData name="Hassannia, Mohammad Sina" userId="S::mhasann@emory.edu::e31ae476-97a3-4c8a-9ab2-c74a0d1a08bb" providerId="AD" clId="Web-{8CA95C27-4DD4-45BB-D9F1-75B9A91642F3}"/>
    <pc:docChg chg="modSld">
      <pc:chgData name="Hassannia, Mohammad Sina" userId="S::mhasann@emory.edu::e31ae476-97a3-4c8a-9ab2-c74a0d1a08bb" providerId="AD" clId="Web-{8CA95C27-4DD4-45BB-D9F1-75B9A91642F3}" dt="2025-04-24T02:18:16.263" v="191" actId="1076"/>
      <pc:docMkLst>
        <pc:docMk/>
      </pc:docMkLst>
      <pc:sldChg chg="addSp delSp modSp">
        <pc:chgData name="Hassannia, Mohammad Sina" userId="S::mhasann@emory.edu::e31ae476-97a3-4c8a-9ab2-c74a0d1a08bb" providerId="AD" clId="Web-{8CA95C27-4DD4-45BB-D9F1-75B9A91642F3}" dt="2025-04-24T01:52:41.827" v="46" actId="20577"/>
        <pc:sldMkLst>
          <pc:docMk/>
          <pc:sldMk cId="1088050553" sldId="281"/>
        </pc:sldMkLst>
        <pc:spChg chg="add mod">
          <ac:chgData name="Hassannia, Mohammad Sina" userId="S::mhasann@emory.edu::e31ae476-97a3-4c8a-9ab2-c74a0d1a08bb" providerId="AD" clId="Web-{8CA95C27-4DD4-45BB-D9F1-75B9A91642F3}" dt="2025-04-24T01:49:19.898" v="19" actId="14100"/>
          <ac:spMkLst>
            <pc:docMk/>
            <pc:sldMk cId="1088050553" sldId="281"/>
            <ac:spMk id="6" creationId="{80CD98AD-E37D-FFE6-841E-DFB8297C4C43}"/>
          </ac:spMkLst>
        </pc:spChg>
        <pc:spChg chg="add mod">
          <ac:chgData name="Hassannia, Mohammad Sina" userId="S::mhasann@emory.edu::e31ae476-97a3-4c8a-9ab2-c74a0d1a08bb" providerId="AD" clId="Web-{8CA95C27-4DD4-45BB-D9F1-75B9A91642F3}" dt="2025-04-24T01:52:41.827" v="46" actId="20577"/>
          <ac:spMkLst>
            <pc:docMk/>
            <pc:sldMk cId="1088050553" sldId="281"/>
            <ac:spMk id="12" creationId="{5D2CD8F6-F8BA-7213-C158-E8D155C639FE}"/>
          </ac:spMkLst>
        </pc:spChg>
        <pc:picChg chg="del">
          <ac:chgData name="Hassannia, Mohammad Sina" userId="S::mhasann@emory.edu::e31ae476-97a3-4c8a-9ab2-c74a0d1a08bb" providerId="AD" clId="Web-{8CA95C27-4DD4-45BB-D9F1-75B9A91642F3}" dt="2025-04-24T01:51:04.808" v="20"/>
          <ac:picMkLst>
            <pc:docMk/>
            <pc:sldMk cId="1088050553" sldId="281"/>
            <ac:picMk id="3" creationId="{FB7B032A-27A6-FDB9-2DB7-07B0481A0482}"/>
          </ac:picMkLst>
        </pc:picChg>
        <pc:picChg chg="add mod">
          <ac:chgData name="Hassannia, Mohammad Sina" userId="S::mhasann@emory.edu::e31ae476-97a3-4c8a-9ab2-c74a0d1a08bb" providerId="AD" clId="Web-{8CA95C27-4DD4-45BB-D9F1-75B9A91642F3}" dt="2025-04-24T01:51:46.669" v="28" actId="14100"/>
          <ac:picMkLst>
            <pc:docMk/>
            <pc:sldMk cId="1088050553" sldId="281"/>
            <ac:picMk id="14" creationId="{8CE74BB4-1E99-E6E2-43CE-0FC2641AA556}"/>
          </ac:picMkLst>
        </pc:picChg>
      </pc:sldChg>
      <pc:sldChg chg="addSp modSp">
        <pc:chgData name="Hassannia, Mohammad Sina" userId="S::mhasann@emory.edu::e31ae476-97a3-4c8a-9ab2-c74a0d1a08bb" providerId="AD" clId="Web-{8CA95C27-4DD4-45BB-D9F1-75B9A91642F3}" dt="2025-04-24T01:55:26.490" v="79" actId="1076"/>
        <pc:sldMkLst>
          <pc:docMk/>
          <pc:sldMk cId="2863739839" sldId="283"/>
        </pc:sldMkLst>
        <pc:spChg chg="add mod">
          <ac:chgData name="Hassannia, Mohammad Sina" userId="S::mhasann@emory.edu::e31ae476-97a3-4c8a-9ab2-c74a0d1a08bb" providerId="AD" clId="Web-{8CA95C27-4DD4-45BB-D9F1-75B9A91642F3}" dt="2025-04-24T01:54:57.692" v="72" actId="20577"/>
          <ac:spMkLst>
            <pc:docMk/>
            <pc:sldMk cId="2863739839" sldId="283"/>
            <ac:spMk id="3" creationId="{3E66F486-E822-4C9A-1EA4-1754669C99B6}"/>
          </ac:spMkLst>
        </pc:spChg>
        <pc:spChg chg="add mod">
          <ac:chgData name="Hassannia, Mohammad Sina" userId="S::mhasann@emory.edu::e31ae476-97a3-4c8a-9ab2-c74a0d1a08bb" providerId="AD" clId="Web-{8CA95C27-4DD4-45BB-D9F1-75B9A91642F3}" dt="2025-04-24T01:55:26.490" v="79" actId="1076"/>
          <ac:spMkLst>
            <pc:docMk/>
            <pc:sldMk cId="2863739839" sldId="283"/>
            <ac:spMk id="4" creationId="{6B95214A-860D-C761-9E7C-EC5C8721295D}"/>
          </ac:spMkLst>
        </pc:spChg>
      </pc:sldChg>
      <pc:sldChg chg="addSp modSp">
        <pc:chgData name="Hassannia, Mohammad Sina" userId="S::mhasann@emory.edu::e31ae476-97a3-4c8a-9ab2-c74a0d1a08bb" providerId="AD" clId="Web-{8CA95C27-4DD4-45BB-D9F1-75B9A91642F3}" dt="2025-04-24T02:05:42.327" v="101" actId="20577"/>
        <pc:sldMkLst>
          <pc:docMk/>
          <pc:sldMk cId="2477706877" sldId="284"/>
        </pc:sldMkLst>
        <pc:spChg chg="add mod">
          <ac:chgData name="Hassannia, Mohammad Sina" userId="S::mhasann@emory.edu::e31ae476-97a3-4c8a-9ab2-c74a0d1a08bb" providerId="AD" clId="Web-{8CA95C27-4DD4-45BB-D9F1-75B9A91642F3}" dt="2025-04-24T02:05:42.327" v="101" actId="20577"/>
          <ac:spMkLst>
            <pc:docMk/>
            <pc:sldMk cId="2477706877" sldId="284"/>
            <ac:spMk id="3" creationId="{7AF272B2-410D-9940-5A2D-DE3291CD7920}"/>
          </ac:spMkLst>
        </pc:spChg>
      </pc:sldChg>
      <pc:sldChg chg="addSp modSp">
        <pc:chgData name="Hassannia, Mohammad Sina" userId="S::mhasann@emory.edu::e31ae476-97a3-4c8a-9ab2-c74a0d1a08bb" providerId="AD" clId="Web-{8CA95C27-4DD4-45BB-D9F1-75B9A91642F3}" dt="2025-04-24T02:09:29.680" v="122" actId="14100"/>
        <pc:sldMkLst>
          <pc:docMk/>
          <pc:sldMk cId="1942187988" sldId="285"/>
        </pc:sldMkLst>
        <pc:spChg chg="add mod">
          <ac:chgData name="Hassannia, Mohammad Sina" userId="S::mhasann@emory.edu::e31ae476-97a3-4c8a-9ab2-c74a0d1a08bb" providerId="AD" clId="Web-{8CA95C27-4DD4-45BB-D9F1-75B9A91642F3}" dt="2025-04-24T02:09:29.680" v="122" actId="14100"/>
          <ac:spMkLst>
            <pc:docMk/>
            <pc:sldMk cId="1942187988" sldId="285"/>
            <ac:spMk id="4" creationId="{A8625282-2A42-3E4F-93E8-1F701FEC9B25}"/>
          </ac:spMkLst>
        </pc:spChg>
      </pc:sldChg>
      <pc:sldChg chg="addSp delSp modSp">
        <pc:chgData name="Hassannia, Mohammad Sina" userId="S::mhasann@emory.edu::e31ae476-97a3-4c8a-9ab2-c74a0d1a08bb" providerId="AD" clId="Web-{8CA95C27-4DD4-45BB-D9F1-75B9A91642F3}" dt="2025-04-24T02:18:16.263" v="191" actId="1076"/>
        <pc:sldMkLst>
          <pc:docMk/>
          <pc:sldMk cId="809190188" sldId="291"/>
        </pc:sldMkLst>
        <pc:spChg chg="add del mod">
          <ac:chgData name="Hassannia, Mohammad Sina" userId="S::mhasann@emory.edu::e31ae476-97a3-4c8a-9ab2-c74a0d1a08bb" providerId="AD" clId="Web-{8CA95C27-4DD4-45BB-D9F1-75B9A91642F3}" dt="2025-04-24T02:11:13.121" v="146"/>
          <ac:spMkLst>
            <pc:docMk/>
            <pc:sldMk cId="809190188" sldId="291"/>
            <ac:spMk id="3" creationId="{07AD9915-EF70-1858-20FC-C09C594A67A6}"/>
          </ac:spMkLst>
        </pc:spChg>
        <pc:spChg chg="add mod">
          <ac:chgData name="Hassannia, Mohammad Sina" userId="S::mhasann@emory.edu::e31ae476-97a3-4c8a-9ab2-c74a0d1a08bb" providerId="AD" clId="Web-{8CA95C27-4DD4-45BB-D9F1-75B9A91642F3}" dt="2025-04-24T02:11:36.294" v="153"/>
          <ac:spMkLst>
            <pc:docMk/>
            <pc:sldMk cId="809190188" sldId="291"/>
            <ac:spMk id="4" creationId="{07AD9915-EF70-1858-20FC-C09C594A67A6}"/>
          </ac:spMkLst>
        </pc:spChg>
        <pc:spChg chg="mod">
          <ac:chgData name="Hassannia, Mohammad Sina" userId="S::mhasann@emory.edu::e31ae476-97a3-4c8a-9ab2-c74a0d1a08bb" providerId="AD" clId="Web-{8CA95C27-4DD4-45BB-D9F1-75B9A91642F3}" dt="2025-04-24T02:18:07.215" v="189" actId="14100"/>
          <ac:spMkLst>
            <pc:docMk/>
            <pc:sldMk cId="809190188" sldId="291"/>
            <ac:spMk id="13" creationId="{F4BFD842-47DB-B8A6-7C5B-DAB4A5DAA897}"/>
          </ac:spMkLst>
        </pc:spChg>
        <pc:spChg chg="add mod">
          <ac:chgData name="Hassannia, Mohammad Sina" userId="S::mhasann@emory.edu::e31ae476-97a3-4c8a-9ab2-c74a0d1a08bb" providerId="AD" clId="Web-{8CA95C27-4DD4-45BB-D9F1-75B9A91642F3}" dt="2025-04-24T02:18:16.263" v="191" actId="1076"/>
          <ac:spMkLst>
            <pc:docMk/>
            <pc:sldMk cId="809190188" sldId="291"/>
            <ac:spMk id="17" creationId="{67380A0E-1951-7BDE-B428-A0DD5A9A0C16}"/>
          </ac:spMkLst>
        </pc:spChg>
        <pc:picChg chg="mod">
          <ac:chgData name="Hassannia, Mohammad Sina" userId="S::mhasann@emory.edu::e31ae476-97a3-4c8a-9ab2-c74a0d1a08bb" providerId="AD" clId="Web-{8CA95C27-4DD4-45BB-D9F1-75B9A91642F3}" dt="2025-04-24T02:11:08.668" v="145" actId="1076"/>
          <ac:picMkLst>
            <pc:docMk/>
            <pc:sldMk cId="809190188" sldId="291"/>
            <ac:picMk id="6" creationId="{6CC563D7-F09C-834A-E797-4A3FC4B92B86}"/>
          </ac:picMkLst>
        </pc:picChg>
        <pc:picChg chg="mod">
          <ac:chgData name="Hassannia, Mohammad Sina" userId="S::mhasann@emory.edu::e31ae476-97a3-4c8a-9ab2-c74a0d1a08bb" providerId="AD" clId="Web-{8CA95C27-4DD4-45BB-D9F1-75B9A91642F3}" dt="2025-04-24T02:11:19.012" v="148" actId="1076"/>
          <ac:picMkLst>
            <pc:docMk/>
            <pc:sldMk cId="809190188" sldId="291"/>
            <ac:picMk id="12" creationId="{D29A6F6B-7DCC-64A2-283B-B67CD1A966E8}"/>
          </ac:picMkLst>
        </pc:picChg>
        <pc:picChg chg="mod">
          <ac:chgData name="Hassannia, Mohammad Sina" userId="S::mhasann@emory.edu::e31ae476-97a3-4c8a-9ab2-c74a0d1a08bb" providerId="AD" clId="Web-{8CA95C27-4DD4-45BB-D9F1-75B9A91642F3}" dt="2025-04-24T02:11:15.574" v="147" actId="1076"/>
          <ac:picMkLst>
            <pc:docMk/>
            <pc:sldMk cId="809190188" sldId="291"/>
            <ac:picMk id="14" creationId="{F2F5D948-2AC4-1A40-1E1B-A9FF0CCFFD73}"/>
          </ac:picMkLst>
        </pc:picChg>
        <pc:picChg chg="del">
          <ac:chgData name="Hassannia, Mohammad Sina" userId="S::mhasann@emory.edu::e31ae476-97a3-4c8a-9ab2-c74a0d1a08bb" providerId="AD" clId="Web-{8CA95C27-4DD4-45BB-D9F1-75B9A91642F3}" dt="2025-04-24T02:15:29.225" v="154"/>
          <ac:picMkLst>
            <pc:docMk/>
            <pc:sldMk cId="809190188" sldId="291"/>
            <ac:picMk id="15" creationId="{283CC70B-8679-92A0-412D-6D8D75531EB6}"/>
          </ac:picMkLst>
        </pc:picChg>
        <pc:picChg chg="add mod">
          <ac:chgData name="Hassannia, Mohammad Sina" userId="S::mhasann@emory.edu::e31ae476-97a3-4c8a-9ab2-c74a0d1a08bb" providerId="AD" clId="Web-{8CA95C27-4DD4-45BB-D9F1-75B9A91642F3}" dt="2025-04-24T02:18:11.997" v="190" actId="1076"/>
          <ac:picMkLst>
            <pc:docMk/>
            <pc:sldMk cId="809190188" sldId="291"/>
            <ac:picMk id="16" creationId="{EE8783EF-82A8-362C-9D2A-190E2F7EE572}"/>
          </ac:picMkLst>
        </pc:picChg>
      </pc:sldChg>
    </pc:docChg>
  </pc:docChgLst>
  <pc:docChgLst>
    <pc:chgData name="Hassannia, Mohammad Sina" userId="S::mhasann@emory.edu::e31ae476-97a3-4c8a-9ab2-c74a0d1a08bb" providerId="AD" clId="Web-{90DEEECC-796B-D762-AE53-79766CF786B8}"/>
    <pc:docChg chg="modSld">
      <pc:chgData name="Hassannia, Mohammad Sina" userId="S::mhasann@emory.edu::e31ae476-97a3-4c8a-9ab2-c74a0d1a08bb" providerId="AD" clId="Web-{90DEEECC-796B-D762-AE53-79766CF786B8}" dt="2025-04-23T12:04:02.420" v="3" actId="20577"/>
      <pc:docMkLst>
        <pc:docMk/>
      </pc:docMkLst>
      <pc:sldChg chg="modSp">
        <pc:chgData name="Hassannia, Mohammad Sina" userId="S::mhasann@emory.edu::e31ae476-97a3-4c8a-9ab2-c74a0d1a08bb" providerId="AD" clId="Web-{90DEEECC-796B-D762-AE53-79766CF786B8}" dt="2025-04-23T12:04:02.420" v="3" actId="20577"/>
        <pc:sldMkLst>
          <pc:docMk/>
          <pc:sldMk cId="278311178" sldId="279"/>
        </pc:sldMkLst>
        <pc:spChg chg="mod">
          <ac:chgData name="Hassannia, Mohammad Sina" userId="S::mhasann@emory.edu::e31ae476-97a3-4c8a-9ab2-c74a0d1a08bb" providerId="AD" clId="Web-{90DEEECC-796B-D762-AE53-79766CF786B8}" dt="2025-04-23T12:04:02.420" v="3" actId="20577"/>
          <ac:spMkLst>
            <pc:docMk/>
            <pc:sldMk cId="278311178" sldId="279"/>
            <ac:spMk id="13" creationId="{9C5725B7-59F8-748F-49A7-A60244A33ED8}"/>
          </ac:spMkLst>
        </pc:spChg>
      </pc:sldChg>
      <pc:sldChg chg="modSp">
        <pc:chgData name="Hassannia, Mohammad Sina" userId="S::mhasann@emory.edu::e31ae476-97a3-4c8a-9ab2-c74a0d1a08bb" providerId="AD" clId="Web-{90DEEECC-796B-D762-AE53-79766CF786B8}" dt="2025-04-23T12:02:08.167" v="1" actId="14100"/>
        <pc:sldMkLst>
          <pc:docMk/>
          <pc:sldMk cId="3856178376" sldId="288"/>
        </pc:sldMkLst>
        <pc:picChg chg="mod">
          <ac:chgData name="Hassannia, Mohammad Sina" userId="S::mhasann@emory.edu::e31ae476-97a3-4c8a-9ab2-c74a0d1a08bb" providerId="AD" clId="Web-{90DEEECC-796B-D762-AE53-79766CF786B8}" dt="2025-04-23T12:02:08.167" v="1" actId="14100"/>
          <ac:picMkLst>
            <pc:docMk/>
            <pc:sldMk cId="3856178376" sldId="288"/>
            <ac:picMk id="16" creationId="{16C6C919-A693-57D6-E421-810443D1FEA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D598A6-F1BE-439C-8EBC-0D427FC6A233}" type="datetimeFigureOut">
              <a:t>4/30/2025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C9D93-BC28-4C04-B9A2-7AC91709614E}" type="slidenum">
              <a:t>‹#›</a:t>
            </a:fld>
            <a:endParaRPr lang="en-US"/>
          </a:p>
        </p:txBody>
      </p:sp>
    </p:spTree>
    <p:extLst>
      <p:ext uri="{BB962C8B-B14F-4D97-AF65-F5344CB8AC3E}">
        <p14:creationId xmlns:p14="http://schemas.microsoft.com/office/powerpoint/2010/main" val="774784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Resize to 299 × 299</a:t>
            </a:r>
            <a:endParaRPr lang="en-US"/>
          </a:p>
          <a:p>
            <a:pPr marL="742950" lvl="2" indent="-285750">
              <a:buFont typeface="Wingdings"/>
              <a:buChar char="§"/>
            </a:pPr>
            <a:r>
              <a:rPr lang="en-US"/>
              <a:t>Many deep learning models (like Inception) expect a fixed input size.</a:t>
            </a:r>
            <a:endParaRPr lang="en-US">
              <a:ea typeface="Calibri" panose="020F0502020204030204"/>
              <a:cs typeface="Calibri" panose="020F0502020204030204"/>
            </a:endParaRPr>
          </a:p>
          <a:p>
            <a:pPr marL="742950" lvl="2" indent="-285750">
              <a:buFont typeface="Wingdings"/>
              <a:buChar char="§"/>
            </a:pPr>
            <a:r>
              <a:rPr lang="en-US"/>
              <a:t>299×299 is standard for some models pretrained on ImageNet.</a:t>
            </a:r>
            <a:endParaRPr lang="en-US">
              <a:ea typeface="Calibri" panose="020F0502020204030204"/>
              <a:cs typeface="Calibri" panose="020F0502020204030204"/>
            </a:endParaRPr>
          </a:p>
          <a:p>
            <a:pPr marL="285750" indent="-285750">
              <a:buFont typeface="Arial"/>
              <a:buChar char="•"/>
            </a:pPr>
            <a:r>
              <a:rPr lang="en-US" b="1"/>
              <a:t>Center Crop</a:t>
            </a:r>
            <a:endParaRPr lang="en-US"/>
          </a:p>
          <a:p>
            <a:pPr marL="742950" lvl="2" indent="-285750">
              <a:buFont typeface="Wingdings"/>
              <a:buChar char="§"/>
            </a:pPr>
            <a:r>
              <a:rPr lang="en-US"/>
              <a:t>Helps focus on the most important part of the image — usually the subject in the middle.</a:t>
            </a:r>
            <a:endParaRPr lang="en-US">
              <a:ea typeface="Calibri" panose="020F0502020204030204"/>
              <a:cs typeface="Calibri" panose="020F0502020204030204"/>
            </a:endParaRPr>
          </a:p>
          <a:p>
            <a:pPr marL="742950" lvl="2" indent="-285750">
              <a:buFont typeface="Wingdings"/>
              <a:buChar char="§"/>
            </a:pPr>
            <a:r>
              <a:rPr lang="en-US"/>
              <a:t>Also ensures consistency in shape after resizing.</a:t>
            </a:r>
            <a:endParaRPr lang="en-US">
              <a:ea typeface="Calibri" panose="020F0502020204030204"/>
              <a:cs typeface="Calibri" panose="020F0502020204030204"/>
            </a:endParaRPr>
          </a:p>
          <a:p>
            <a:pPr marL="285750" indent="-285750">
              <a:buFont typeface="Arial"/>
              <a:buChar char="•"/>
            </a:pPr>
            <a:r>
              <a:rPr lang="en-US" b="1"/>
              <a:t>Normalize using ImageNet stats</a:t>
            </a:r>
            <a:endParaRPr lang="en-US"/>
          </a:p>
          <a:p>
            <a:pPr marL="742950" lvl="2" indent="-285750">
              <a:buFont typeface="Wingdings"/>
              <a:buChar char="§"/>
            </a:pPr>
            <a:r>
              <a:rPr lang="en-US"/>
              <a:t>Models trained on ImageNet expect the image to have similar pixel value distributions.</a:t>
            </a:r>
            <a:endParaRPr lang="en-US">
              <a:ea typeface="Calibri" panose="020F0502020204030204"/>
              <a:cs typeface="Calibri" panose="020F0502020204030204"/>
            </a:endParaRPr>
          </a:p>
          <a:p>
            <a:pPr marL="742950" lvl="2" indent="-285750">
              <a:buFont typeface="Wingdings"/>
              <a:buChar char="§"/>
            </a:pPr>
            <a:r>
              <a:rPr lang="en-US"/>
              <a:t>Normalizing means adjusting the pixel values to have the same mean and standard deviation as the training data (ImageNet).</a:t>
            </a:r>
            <a:endParaRPr lang="en-US">
              <a:ea typeface="Calibri" panose="020F0502020204030204"/>
              <a:cs typeface="Calibri" panose="020F0502020204030204"/>
            </a:endParaRPr>
          </a:p>
          <a:p>
            <a:pPr marL="742950" lvl="2" indent="-285750">
              <a:buFont typeface="Wingdings"/>
              <a:buChar char="§"/>
            </a:pPr>
            <a:endParaRPr lang="en-US"/>
          </a:p>
          <a:p>
            <a:pPr marL="171450" indent="-171450">
              <a:buFont typeface="Arial"/>
              <a:buChar char="•"/>
            </a:pPr>
            <a:endParaRPr lang="en-US">
              <a:ea typeface="Calibri" panose="020F0502020204030204"/>
              <a:cs typeface="Calibri" panose="020F0502020204030204"/>
            </a:endParaRPr>
          </a:p>
          <a:p>
            <a:pPr marL="171450" indent="-171450">
              <a:buFont typeface="Arial"/>
              <a:buChar char="•"/>
            </a:pPr>
            <a:r>
              <a:rPr lang="en-US" b="1"/>
              <a:t>Remove single-letter words</a:t>
            </a:r>
            <a:endParaRPr lang="en-US"/>
          </a:p>
          <a:p>
            <a:pPr marL="628650" lvl="1" indent="-171450">
              <a:buFont typeface="Arial"/>
              <a:buChar char="•"/>
            </a:pPr>
            <a:r>
              <a:rPr lang="en-US"/>
              <a:t>Words like "a", "I", etc., are often removed unless important.</a:t>
            </a:r>
          </a:p>
          <a:p>
            <a:endParaRPr lang="en-US" b="1">
              <a:ea typeface="Calibri"/>
              <a:cs typeface="Calibri"/>
            </a:endParaRPr>
          </a:p>
          <a:p>
            <a:pPr marL="171450" indent="-171450">
              <a:buFont typeface="Arial"/>
              <a:buChar char="•"/>
            </a:pPr>
            <a:r>
              <a:rPr lang="en-US" b="1"/>
              <a:t>Tokenize and </a:t>
            </a:r>
            <a:r>
              <a:rPr lang="en-US" b="1" err="1"/>
              <a:t>numericalize</a:t>
            </a:r>
            <a:r>
              <a:rPr lang="en-US" b="1"/>
              <a:t> with special tokens</a:t>
            </a:r>
            <a:endParaRPr lang="en-US"/>
          </a:p>
          <a:p>
            <a:pPr marL="628650" lvl="1" indent="-171450">
              <a:buFont typeface="Arial"/>
              <a:buChar char="•"/>
            </a:pPr>
            <a:r>
              <a:rPr lang="en-US" b="1"/>
              <a:t>Tokenize</a:t>
            </a:r>
            <a:r>
              <a:rPr lang="en-US"/>
              <a:t> = Split the sentence into words.</a:t>
            </a:r>
          </a:p>
          <a:p>
            <a:pPr marL="628650" lvl="1" indent="-171450">
              <a:buFont typeface="Arial"/>
              <a:buChar char="•"/>
            </a:pPr>
            <a:r>
              <a:rPr lang="en-US" b="1" err="1"/>
              <a:t>Numericalize</a:t>
            </a:r>
            <a:r>
              <a:rPr lang="en-US"/>
              <a:t> = Convert each word into a number using a dictionary.</a:t>
            </a:r>
          </a:p>
          <a:p>
            <a:pPr marL="628650" lvl="1" indent="-171450">
              <a:buFont typeface="Arial"/>
              <a:buChar char="•"/>
            </a:pPr>
            <a:r>
              <a:rPr lang="en-US"/>
              <a:t>Add special tokens:</a:t>
            </a:r>
          </a:p>
          <a:p>
            <a:pPr marL="1085850" lvl="2" indent="-171450">
              <a:buFont typeface="Arial"/>
              <a:buChar char="•"/>
            </a:pPr>
            <a:r>
              <a:rPr lang="en-US"/>
              <a:t>&lt;BEG&gt;: Marks the beginning of a caption</a:t>
            </a:r>
          </a:p>
          <a:p>
            <a:pPr marL="1085850" lvl="2" indent="-171450">
              <a:buFont typeface="Arial"/>
              <a:buChar char="•"/>
            </a:pPr>
            <a:r>
              <a:rPr lang="en-US"/>
              <a:t>&lt;END&gt;: Marks the end of a caption</a:t>
            </a:r>
          </a:p>
          <a:p>
            <a:pPr marL="1085850" lvl="2" indent="-171450">
              <a:buFont typeface="Arial"/>
              <a:buChar char="•"/>
            </a:pPr>
            <a:r>
              <a:rPr lang="en-US"/>
              <a:t>&lt;PAD&gt;: Padding for fixed-length sequences</a:t>
            </a:r>
          </a:p>
          <a:p>
            <a:pPr marL="1085850" lvl="2" indent="-171450">
              <a:buFont typeface="Arial"/>
              <a:buChar char="•"/>
            </a:pPr>
            <a:r>
              <a:rPr lang="en-US"/>
              <a:t>&lt;UNK&gt;: Unknown words not in the vocabulary</a:t>
            </a:r>
          </a:p>
          <a:p>
            <a:pPr lvl="2"/>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US"/>
              <a:t>7</a:t>
            </a:fld>
            <a:endParaRPr lang="en-US"/>
          </a:p>
        </p:txBody>
      </p:sp>
    </p:spTree>
    <p:extLst>
      <p:ext uri="{BB962C8B-B14F-4D97-AF65-F5344CB8AC3E}">
        <p14:creationId xmlns:p14="http://schemas.microsoft.com/office/powerpoint/2010/main" val="2913158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idea behind Inception V3 is to make the network both deeper and more efficient. It builds on earlier versions of the Inception model and introduces several innovations.</a:t>
            </a:r>
          </a:p>
          <a:p>
            <a:r>
              <a:rPr lang="en-US"/>
              <a:t>🔹 </a:t>
            </a:r>
            <a:r>
              <a:rPr lang="en-US" b="1"/>
              <a:t>First</a:t>
            </a:r>
            <a:r>
              <a:rPr lang="en-US"/>
              <a:t>, we have </a:t>
            </a:r>
            <a:r>
              <a:rPr lang="en-US" b="1"/>
              <a:t>factorized convolutions</a:t>
            </a:r>
            <a:r>
              <a:rPr lang="en-US"/>
              <a:t>. Instead of large, computationally expensive filters, Inception V3 breaks them down into smaller, more efficient operations. For example, a 5x5 convolution is replaced with two 3x3 convolutions. This reduces the number of parameters and speeds up training.</a:t>
            </a:r>
            <a:endParaRPr lang="en-GB"/>
          </a:p>
          <a:p>
            <a:r>
              <a:rPr lang="en-US"/>
              <a:t>🔹 </a:t>
            </a:r>
            <a:r>
              <a:rPr lang="en-US" b="1"/>
              <a:t>Second</a:t>
            </a:r>
            <a:r>
              <a:rPr lang="en-US"/>
              <a:t>, the architecture uses </a:t>
            </a:r>
            <a:r>
              <a:rPr lang="en-US" b="1"/>
              <a:t>Inception modules</a:t>
            </a:r>
            <a:r>
              <a:rPr lang="en-US"/>
              <a:t>—as shown in the diagram on the right. These modules allow the network to capture information at multiple scales by combining filters of different sizes in parallel and then concatenating the results.</a:t>
            </a:r>
            <a:endParaRPr lang="en-GB"/>
          </a:p>
          <a:p>
            <a:r>
              <a:rPr lang="en-US"/>
              <a:t>🔹 </a:t>
            </a:r>
            <a:r>
              <a:rPr lang="en-US" b="1"/>
              <a:t>Third</a:t>
            </a:r>
            <a:r>
              <a:rPr lang="en-US"/>
              <a:t>, it includes </a:t>
            </a:r>
            <a:r>
              <a:rPr lang="en-US" b="1"/>
              <a:t>auxiliary classifiers</a:t>
            </a:r>
            <a:r>
              <a:rPr lang="en-US"/>
              <a:t>, which are like mini-networks that branch out from intermediate layers. They serve two purposes: </a:t>
            </a:r>
            <a:endParaRPr lang="en-GB"/>
          </a:p>
          <a:p>
            <a:r>
              <a:rPr lang="en-US"/>
              <a:t>they help with gradient flow during training, </a:t>
            </a:r>
            <a:endParaRPr lang="en-GB"/>
          </a:p>
          <a:p>
            <a:r>
              <a:rPr lang="en-US"/>
              <a:t>they act as </a:t>
            </a:r>
            <a:r>
              <a:rPr lang="en-US" err="1"/>
              <a:t>regularizers</a:t>
            </a:r>
            <a:r>
              <a:rPr lang="en-US"/>
              <a:t> to prevent overfitting.</a:t>
            </a:r>
            <a:endParaRPr lang="en-GB">
              <a:ea typeface="Calibri"/>
              <a:cs typeface="Calibri"/>
            </a:endParaRPr>
          </a:p>
          <a:p>
            <a:r>
              <a:rPr lang="en-US"/>
              <a:t>On the left, you can see a visual breakdown of the architecture across stages—each color representing a different type of layer like convolution, pooling, or dropout.</a:t>
            </a:r>
            <a:endParaRPr lang="en-GB"/>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GB"/>
              <a:t>10</a:t>
            </a:fld>
            <a:endParaRPr lang="en-GB"/>
          </a:p>
        </p:txBody>
      </p:sp>
    </p:spTree>
    <p:extLst>
      <p:ext uri="{BB962C8B-B14F-4D97-AF65-F5344CB8AC3E}">
        <p14:creationId xmlns:p14="http://schemas.microsoft.com/office/powerpoint/2010/main" val="1751047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4611-BD76-A742-BEE2-E3DDC40DB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531CA-702C-777F-8D20-DA7841E15E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F767A-8B28-D16D-EA14-F4D39EF9ADC1}"/>
              </a:ext>
            </a:extLst>
          </p:cNvPr>
          <p:cNvSpPr>
            <a:spLocks noGrp="1"/>
          </p:cNvSpPr>
          <p:nvPr>
            <p:ph type="body" idx="1"/>
          </p:nvPr>
        </p:nvSpPr>
        <p:spPr/>
        <p:txBody>
          <a:bodyPr/>
          <a:lstStyle/>
          <a:p>
            <a:pPr marL="285750" indent="-285750">
              <a:spcBef>
                <a:spcPct val="20000"/>
              </a:spcBef>
              <a:buFont typeface="Arial"/>
              <a:buChar char="•"/>
            </a:pPr>
            <a:r>
              <a:rPr lang="en-US"/>
              <a:t>The main components of the architecture are:</a:t>
            </a:r>
          </a:p>
          <a:p>
            <a:pPr lvl="1">
              <a:spcBef>
                <a:spcPct val="20000"/>
              </a:spcBef>
              <a:buFont typeface="Courier New,monospace"/>
              <a:buChar char="•"/>
            </a:pPr>
            <a:r>
              <a:rPr lang="en-US" err="1"/>
              <a:t>MBConv</a:t>
            </a:r>
            <a:r>
              <a:rPr lang="en-US"/>
              <a:t> block (Mobile Inverted Bottleneck Convolution)</a:t>
            </a:r>
            <a:endParaRPr lang="en-US">
              <a:ea typeface="Calibri"/>
              <a:cs typeface="Calibri"/>
            </a:endParaRPr>
          </a:p>
          <a:p>
            <a:pPr lvl="2">
              <a:spcBef>
                <a:spcPct val="20000"/>
              </a:spcBef>
              <a:buFont typeface="Wingdings,Sans-Serif"/>
              <a:buChar char="•"/>
            </a:pPr>
            <a:r>
              <a:rPr lang="en-US"/>
              <a:t>The </a:t>
            </a:r>
            <a:r>
              <a:rPr lang="en-US" err="1"/>
              <a:t>MBConv</a:t>
            </a:r>
            <a:r>
              <a:rPr lang="en-US"/>
              <a:t> block is an evolved inverted residual block inspired by MobileNetv2.</a:t>
            </a:r>
            <a:endParaRPr lang="en-US">
              <a:ea typeface="Calibri"/>
              <a:cs typeface="Calibri"/>
            </a:endParaRPr>
          </a:p>
          <a:p>
            <a:pPr lvl="3">
              <a:spcBef>
                <a:spcPct val="20000"/>
              </a:spcBef>
              <a:buFont typeface="Arial,Sans-Serif"/>
              <a:buChar char="•"/>
            </a:pPr>
            <a:r>
              <a:rPr lang="en-US"/>
              <a:t>inverted residual block starts by expanding the input feature map into a higher-dimensional space using a 1×1 convolution</a:t>
            </a:r>
            <a:endParaRPr lang="en-US">
              <a:ea typeface="Calibri"/>
              <a:cs typeface="Calibri"/>
            </a:endParaRPr>
          </a:p>
          <a:p>
            <a:pPr lvl="3">
              <a:spcBef>
                <a:spcPct val="20000"/>
              </a:spcBef>
              <a:buFont typeface="Arial,Sans-Serif"/>
              <a:buChar char="•"/>
            </a:pPr>
            <a:r>
              <a:rPr lang="en-US"/>
              <a:t>applies a </a:t>
            </a:r>
            <a:r>
              <a:rPr lang="en-US" err="1"/>
              <a:t>depthwise</a:t>
            </a:r>
            <a:r>
              <a:rPr lang="en-US"/>
              <a:t> convolution in this expanded space </a:t>
            </a:r>
            <a:endParaRPr lang="en-US">
              <a:ea typeface="Calibri"/>
              <a:cs typeface="Calibri"/>
            </a:endParaRPr>
          </a:p>
          <a:p>
            <a:pPr lvl="3">
              <a:spcBef>
                <a:spcPct val="20000"/>
              </a:spcBef>
              <a:buFont typeface="Arial,Sans-Serif"/>
              <a:buChar char="•"/>
            </a:pPr>
            <a:r>
              <a:rPr lang="en-US"/>
              <a:t> finally uses another 1×1 convolution that projects the feature map back to a lower-dimensional space</a:t>
            </a:r>
            <a:endParaRPr lang="en-US">
              <a:ea typeface="Calibri"/>
              <a:cs typeface="Calibri"/>
            </a:endParaRPr>
          </a:p>
          <a:p>
            <a:pPr lvl="1">
              <a:spcBef>
                <a:spcPct val="20000"/>
              </a:spcBef>
              <a:buFont typeface="Courier New,monospace"/>
              <a:buChar char="•"/>
            </a:pPr>
            <a:r>
              <a:rPr lang="en-US"/>
              <a:t>Squeeze-and-excitation optimization</a:t>
            </a:r>
            <a:endParaRPr lang="en-US">
              <a:ea typeface="Calibri"/>
              <a:cs typeface="Calibri"/>
            </a:endParaRPr>
          </a:p>
          <a:p>
            <a:pPr lvl="2">
              <a:spcBef>
                <a:spcPct val="20000"/>
              </a:spcBef>
              <a:buFont typeface="Wingdings,Sans-Serif"/>
              <a:buChar char="•"/>
            </a:pPr>
            <a:r>
              <a:rPr lang="en-US"/>
              <a:t>allows the model to emphasize useful features</a:t>
            </a:r>
            <a:endParaRPr lang="en-US">
              <a:ea typeface="Calibri"/>
              <a:cs typeface="Calibri"/>
            </a:endParaRPr>
          </a:p>
          <a:p>
            <a:pPr lvl="2">
              <a:spcBef>
                <a:spcPct val="20000"/>
              </a:spcBef>
              <a:buFont typeface="Wingdings,Sans-Serif"/>
              <a:buChar char="•"/>
            </a:pPr>
            <a:r>
              <a:rPr lang="en-US"/>
              <a:t>Squeeze: This phase aggregates the spatial dimensions (width and height) of the feature maps across each channel into a single value, using global average pooling</a:t>
            </a:r>
            <a:endParaRPr lang="en-US">
              <a:ea typeface="Calibri"/>
              <a:cs typeface="Calibri"/>
            </a:endParaRPr>
          </a:p>
          <a:p>
            <a:pPr lvl="2">
              <a:spcBef>
                <a:spcPct val="20000"/>
              </a:spcBef>
              <a:buFont typeface="Wingdings,Sans-Serif"/>
              <a:buChar char="•"/>
            </a:pPr>
            <a:r>
              <a:rPr lang="en-US"/>
              <a:t>Excitation:  In this step, the model using a full-connected layer applied after the squeezing step, produces a collection of per channel weight (activations or scores). The final step is to apply these learned importance scores to the original input feature map, channel-wise, effectively scaling each channel by its corresponding score.</a:t>
            </a:r>
            <a:endParaRPr lang="en-GB"/>
          </a:p>
        </p:txBody>
      </p:sp>
      <p:sp>
        <p:nvSpPr>
          <p:cNvPr id="4" name="Slide Number Placeholder 3">
            <a:extLst>
              <a:ext uri="{FF2B5EF4-FFF2-40B4-BE49-F238E27FC236}">
                <a16:creationId xmlns:a16="http://schemas.microsoft.com/office/drawing/2014/main" id="{E5D292E8-FDC0-B314-11B9-EE8BAF08C727}"/>
              </a:ext>
            </a:extLst>
          </p:cNvPr>
          <p:cNvSpPr>
            <a:spLocks noGrp="1"/>
          </p:cNvSpPr>
          <p:nvPr>
            <p:ph type="sldNum" sz="quarter" idx="5"/>
          </p:nvPr>
        </p:nvSpPr>
        <p:spPr/>
        <p:txBody>
          <a:bodyPr/>
          <a:lstStyle/>
          <a:p>
            <a:fld id="{3BCC9D93-BC28-4C04-B9A2-7AC91709614E}" type="slidenum">
              <a:rPr lang="en-GB"/>
              <a:t>12</a:t>
            </a:fld>
            <a:endParaRPr lang="en-GB"/>
          </a:p>
        </p:txBody>
      </p:sp>
    </p:spTree>
    <p:extLst>
      <p:ext uri="{BB962C8B-B14F-4D97-AF65-F5344CB8AC3E}">
        <p14:creationId xmlns:p14="http://schemas.microsoft.com/office/powerpoint/2010/main" val="2655486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Bef>
                <a:spcPct val="20000"/>
              </a:spcBef>
              <a:buFont typeface="Arial"/>
              <a:buChar char="•"/>
            </a:pPr>
            <a:r>
              <a:rPr lang="en-US"/>
              <a:t>The main components of the architecture are:</a:t>
            </a:r>
          </a:p>
          <a:p>
            <a:pPr lvl="1">
              <a:spcBef>
                <a:spcPct val="20000"/>
              </a:spcBef>
              <a:buFont typeface="Courier New,monospace"/>
              <a:buChar char="•"/>
            </a:pPr>
            <a:r>
              <a:rPr lang="en-US" err="1"/>
              <a:t>MBConv</a:t>
            </a:r>
            <a:r>
              <a:rPr lang="en-US"/>
              <a:t> block (Mobile Inverted Bottleneck Convolution)</a:t>
            </a:r>
            <a:endParaRPr lang="en-US">
              <a:ea typeface="Calibri"/>
              <a:cs typeface="Calibri"/>
            </a:endParaRPr>
          </a:p>
          <a:p>
            <a:pPr lvl="2">
              <a:spcBef>
                <a:spcPct val="20000"/>
              </a:spcBef>
              <a:buFont typeface="Wingdings,Sans-Serif"/>
              <a:buChar char="•"/>
            </a:pPr>
            <a:r>
              <a:rPr lang="en-US"/>
              <a:t>The </a:t>
            </a:r>
            <a:r>
              <a:rPr lang="en-US" err="1"/>
              <a:t>MBConv</a:t>
            </a:r>
            <a:r>
              <a:rPr lang="en-US"/>
              <a:t> block is an evolved inverted residual block inspired by MobileNetv2.</a:t>
            </a:r>
            <a:endParaRPr lang="en-US">
              <a:ea typeface="Calibri"/>
              <a:cs typeface="Calibri"/>
            </a:endParaRPr>
          </a:p>
          <a:p>
            <a:pPr lvl="3">
              <a:spcBef>
                <a:spcPct val="20000"/>
              </a:spcBef>
              <a:buFont typeface="Arial,Sans-Serif"/>
              <a:buChar char="•"/>
            </a:pPr>
            <a:r>
              <a:rPr lang="en-US"/>
              <a:t>inverted residual block starts by expanding the input feature map into a higher-dimensional space using a 1×1 convolution</a:t>
            </a:r>
            <a:endParaRPr lang="en-US">
              <a:ea typeface="Calibri"/>
              <a:cs typeface="Calibri"/>
            </a:endParaRPr>
          </a:p>
          <a:p>
            <a:pPr lvl="3">
              <a:spcBef>
                <a:spcPct val="20000"/>
              </a:spcBef>
              <a:buFont typeface="Arial,Sans-Serif"/>
              <a:buChar char="•"/>
            </a:pPr>
            <a:r>
              <a:rPr lang="en-US"/>
              <a:t>applies a </a:t>
            </a:r>
            <a:r>
              <a:rPr lang="en-US" err="1"/>
              <a:t>depthwise</a:t>
            </a:r>
            <a:r>
              <a:rPr lang="en-US"/>
              <a:t> convolution in this expanded space </a:t>
            </a:r>
            <a:endParaRPr lang="en-US">
              <a:ea typeface="Calibri"/>
              <a:cs typeface="Calibri"/>
            </a:endParaRPr>
          </a:p>
          <a:p>
            <a:pPr lvl="3">
              <a:spcBef>
                <a:spcPct val="20000"/>
              </a:spcBef>
              <a:buFont typeface="Arial,Sans-Serif"/>
              <a:buChar char="•"/>
            </a:pPr>
            <a:r>
              <a:rPr lang="en-US"/>
              <a:t> finally uses another 1×1 convolution that projects the feature map back to a lower-dimensional space</a:t>
            </a:r>
            <a:endParaRPr lang="en-US">
              <a:ea typeface="Calibri"/>
              <a:cs typeface="Calibri"/>
            </a:endParaRPr>
          </a:p>
          <a:p>
            <a:pPr lvl="1">
              <a:spcBef>
                <a:spcPct val="20000"/>
              </a:spcBef>
              <a:buFont typeface="Courier New,monospace"/>
              <a:buChar char="•"/>
            </a:pPr>
            <a:r>
              <a:rPr lang="en-US"/>
              <a:t>Squeeze-and-excitation optimization</a:t>
            </a:r>
            <a:endParaRPr lang="en-US">
              <a:ea typeface="Calibri"/>
              <a:cs typeface="Calibri"/>
            </a:endParaRPr>
          </a:p>
          <a:p>
            <a:pPr lvl="2">
              <a:spcBef>
                <a:spcPct val="20000"/>
              </a:spcBef>
              <a:buFont typeface="Wingdings,Sans-Serif"/>
              <a:buChar char="•"/>
            </a:pPr>
            <a:r>
              <a:rPr lang="en-US"/>
              <a:t>allows the model to emphasize useful features</a:t>
            </a:r>
            <a:endParaRPr lang="en-US">
              <a:ea typeface="Calibri"/>
              <a:cs typeface="Calibri"/>
            </a:endParaRPr>
          </a:p>
          <a:p>
            <a:pPr lvl="2">
              <a:spcBef>
                <a:spcPct val="20000"/>
              </a:spcBef>
              <a:buFont typeface="Wingdings,Sans-Serif"/>
              <a:buChar char="•"/>
            </a:pPr>
            <a:r>
              <a:rPr lang="en-US"/>
              <a:t>Squeeze: This phase aggregates the spatial dimensions (width and height) of the feature maps across each channel into a single value, using global average pooling</a:t>
            </a:r>
            <a:endParaRPr lang="en-US">
              <a:ea typeface="Calibri"/>
              <a:cs typeface="Calibri"/>
            </a:endParaRPr>
          </a:p>
          <a:p>
            <a:pPr lvl="2">
              <a:spcBef>
                <a:spcPct val="20000"/>
              </a:spcBef>
              <a:buFont typeface="Wingdings,Sans-Serif"/>
              <a:buChar char="•"/>
            </a:pPr>
            <a:r>
              <a:rPr lang="en-US"/>
              <a:t>Excitation:  In this step, the model using a full-connected layer applied after the squeezing step, produces a collection of per channel weight (activations or scores). The final step is to apply these learned importance scores to the original input feature map, channel-wise, effectively scaling each channel by its corresponding score.</a:t>
            </a:r>
            <a:endParaRPr lang="en-GB"/>
          </a:p>
        </p:txBody>
      </p:sp>
      <p:sp>
        <p:nvSpPr>
          <p:cNvPr id="4" name="Slide Number Placeholder 3"/>
          <p:cNvSpPr>
            <a:spLocks noGrp="1"/>
          </p:cNvSpPr>
          <p:nvPr>
            <p:ph type="sldNum" sz="quarter" idx="5"/>
          </p:nvPr>
        </p:nvSpPr>
        <p:spPr/>
        <p:txBody>
          <a:bodyPr/>
          <a:lstStyle/>
          <a:p>
            <a:fld id="{3BCC9D93-BC28-4C04-B9A2-7AC91709614E}" type="slidenum">
              <a:rPr lang="en-GB"/>
              <a:t>13</a:t>
            </a:fld>
            <a:endParaRPr lang="en-GB"/>
          </a:p>
        </p:txBody>
      </p:sp>
    </p:spTree>
    <p:extLst>
      <p:ext uri="{BB962C8B-B14F-4D97-AF65-F5344CB8AC3E}">
        <p14:creationId xmlns:p14="http://schemas.microsoft.com/office/powerpoint/2010/main" val="447414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U-Net is a </a:t>
            </a:r>
            <a:r>
              <a:rPr lang="en-US" b="1"/>
              <a:t>convolutional neural network (CNN) architecture designed for semantic segmentation</a:t>
            </a:r>
            <a:r>
              <a:rPr lang="en-US"/>
              <a:t>, originally proposed for biomedical image segmentation.</a:t>
            </a:r>
          </a:p>
          <a:p>
            <a:endParaRPr lang="en-US">
              <a:ea typeface="Calibri"/>
              <a:cs typeface="Calibri"/>
            </a:endParaRPr>
          </a:p>
          <a:p>
            <a:r>
              <a:rPr lang="en-US"/>
              <a:t>The encoder in U-Net works by processing the image through a series of convolutional layers and </a:t>
            </a:r>
            <a:r>
              <a:rPr lang="en-US" err="1"/>
              <a:t>downsampling</a:t>
            </a:r>
            <a:r>
              <a:rPr lang="en-US"/>
              <a:t> steps.</a:t>
            </a:r>
            <a:endParaRPr lang="en-US">
              <a:ea typeface="Calibri"/>
              <a:cs typeface="Calibri"/>
            </a:endParaRPr>
          </a:p>
          <a:p>
            <a:endParaRPr lang="en-US">
              <a:ea typeface="Calibri"/>
              <a:cs typeface="Calibri"/>
            </a:endParaRPr>
          </a:p>
          <a:p>
            <a:r>
              <a:rPr lang="en-US"/>
              <a:t>512x512 pixel image—and applies convolutional operations to capture local patterns like edges or textures.</a:t>
            </a:r>
            <a:endParaRPr lang="en-US">
              <a:ea typeface="Calibri"/>
              <a:cs typeface="Calibri"/>
            </a:endParaRPr>
          </a:p>
          <a:p>
            <a:endParaRPr lang="en-US">
              <a:ea typeface="Calibri"/>
              <a:cs typeface="Calibri"/>
            </a:endParaRPr>
          </a:p>
          <a:p>
            <a:r>
              <a:rPr lang="en-US"/>
              <a:t>As we move deeper into the encoder, we </a:t>
            </a:r>
            <a:r>
              <a:rPr lang="en-US" err="1"/>
              <a:t>downsample</a:t>
            </a:r>
            <a:r>
              <a:rPr lang="en-US"/>
              <a:t> the image using max-pooling layers, typically reducing the spatial dimensions by half at each step.</a:t>
            </a:r>
            <a:endParaRPr lang="en-US">
              <a:ea typeface="Calibri"/>
              <a:cs typeface="Calibri"/>
            </a:endParaRPr>
          </a:p>
          <a:p>
            <a:endParaRPr lang="en-US">
              <a:ea typeface="Calibri"/>
              <a:cs typeface="Calibri"/>
            </a:endParaRPr>
          </a:p>
          <a:p>
            <a:r>
              <a:rPr lang="en-US"/>
              <a:t>512x512 to 256x256, and so on, until we reach a much smaller size, like 32x32.</a:t>
            </a:r>
            <a:endParaRPr lang="en-US">
              <a:ea typeface="Calibri"/>
              <a:cs typeface="Calibri"/>
            </a:endParaRPr>
          </a:p>
          <a:p>
            <a:endParaRPr lang="en-US">
              <a:ea typeface="Calibri"/>
              <a:cs typeface="Calibri"/>
            </a:endParaRPr>
          </a:p>
          <a:p>
            <a:r>
              <a:rPr lang="en-US"/>
              <a:t>With each </a:t>
            </a:r>
            <a:r>
              <a:rPr lang="en-US" err="1"/>
              <a:t>downsampling</a:t>
            </a:r>
            <a:r>
              <a:rPr lang="en-US"/>
              <a:t> step, the number of feature channels increases—say, from 64 to 128, then to 256, and so on. </a:t>
            </a:r>
          </a:p>
          <a:p>
            <a:endParaRPr lang="en-US"/>
          </a:p>
          <a:p>
            <a:r>
              <a:rPr lang="en-US"/>
              <a:t>This allows the network to capture more complex, high-level features, such as shapes or objects, while reducing the spatial resolution. </a:t>
            </a:r>
          </a:p>
          <a:p>
            <a:endParaRPr lang="en-US"/>
          </a:p>
          <a:p>
            <a:r>
              <a:rPr lang="en-US"/>
              <a:t>By the time we reach the bottom of the U-Net encoder—often called the bottleneck—we have a compact representation of the image that encodes rich, high-level contextual information.</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US"/>
              <a:t>14</a:t>
            </a:fld>
            <a:endParaRPr lang="en-US"/>
          </a:p>
        </p:txBody>
      </p:sp>
    </p:spTree>
    <p:extLst>
      <p:ext uri="{BB962C8B-B14F-4D97-AF65-F5344CB8AC3E}">
        <p14:creationId xmlns:p14="http://schemas.microsoft.com/office/powerpoint/2010/main" val="412734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Unlike traditional convolutional neural networks, </a:t>
            </a:r>
            <a:r>
              <a:rPr lang="en-US" err="1"/>
              <a:t>ViT</a:t>
            </a:r>
            <a:r>
              <a:rPr lang="en-US"/>
              <a:t> takes a completely different approach by treating an image as a sequence of patches, similar to how transformers process text in natural language tasks. </a:t>
            </a:r>
          </a:p>
          <a:p>
            <a:endParaRPr lang="en-US">
              <a:ea typeface="Calibri"/>
              <a:cs typeface="Calibri"/>
            </a:endParaRPr>
          </a:p>
          <a:p>
            <a:r>
              <a:rPr lang="en-US"/>
              <a:t>We start with an input image—say, a 224x224 pixel image. </a:t>
            </a:r>
          </a:p>
          <a:p>
            <a:endParaRPr lang="en-US"/>
          </a:p>
          <a:p>
            <a:r>
              <a:rPr lang="en-US"/>
              <a:t>ViT splits this image into smaller patches, typically 16x16 pixels each, which gives us a sequence of patches. </a:t>
            </a:r>
          </a:p>
          <a:p>
            <a:endParaRPr lang="en-US"/>
          </a:p>
          <a:p>
            <a:r>
              <a:rPr lang="en-US"/>
              <a:t>For a 224x224 image, that’s 196 patches. Each patch is then flattened into a vector and passed through a linear projection layer to convert it into a fixed-size embedding</a:t>
            </a:r>
            <a:endParaRPr lang="en-US">
              <a:ea typeface="Calibri"/>
              <a:cs typeface="Calibri"/>
            </a:endParaRPr>
          </a:p>
          <a:p>
            <a:endParaRPr lang="en-US">
              <a:ea typeface="Calibri"/>
              <a:cs typeface="Calibri"/>
            </a:endParaRPr>
          </a:p>
          <a:p>
            <a:r>
              <a:rPr lang="en-US"/>
              <a:t>We also add positional embeddings to these patch embeddings</a:t>
            </a:r>
          </a:p>
          <a:p>
            <a:endParaRPr lang="en-US">
              <a:ea typeface="Calibri"/>
              <a:cs typeface="Calibri"/>
            </a:endParaRPr>
          </a:p>
          <a:p>
            <a:r>
              <a:rPr lang="en-US"/>
              <a:t>These patch embeddings are then fed into the </a:t>
            </a:r>
            <a:r>
              <a:rPr lang="en-US" err="1"/>
              <a:t>ViT</a:t>
            </a:r>
            <a:r>
              <a:rPr lang="en-US"/>
              <a:t> encoder, which consists of multiple layers of transformer blocks. </a:t>
            </a:r>
          </a:p>
          <a:p>
            <a:endParaRPr lang="en-US"/>
          </a:p>
          <a:p>
            <a:r>
              <a:rPr lang="en-US"/>
              <a:t>Inside each block, the self-attention mechanism allows the model to look at all patches simultaneously and capture relationships between them.</a:t>
            </a:r>
          </a:p>
          <a:p>
            <a:endParaRPr lang="en-US">
              <a:ea typeface="Calibri"/>
              <a:cs typeface="Calibri"/>
            </a:endParaRPr>
          </a:p>
          <a:p>
            <a:r>
              <a:rPr lang="en-US"/>
              <a:t>we can use the embeddings of all patches, depending on the task. In our case, for image captioning, we typically use the [CLS] token’s output or a pooled representation of the patch embeddings, </a:t>
            </a:r>
          </a:p>
          <a:p>
            <a:endParaRPr lang="en-US"/>
          </a:p>
          <a:p>
            <a:r>
              <a:rPr lang="en-US"/>
              <a:t>which gives us a single feature vector that encodes the image’s overall content.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US"/>
              <a:t>15</a:t>
            </a:fld>
            <a:endParaRPr lang="en-US"/>
          </a:p>
        </p:txBody>
      </p:sp>
    </p:spTree>
    <p:extLst>
      <p:ext uri="{BB962C8B-B14F-4D97-AF65-F5344CB8AC3E}">
        <p14:creationId xmlns:p14="http://schemas.microsoft.com/office/powerpoint/2010/main" val="916031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168F-2A86-67EC-E4DF-B4389351D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774E0-3FA2-2B2B-EA64-3B7096522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140B0-330B-7521-1445-36D91E2C4BB9}"/>
              </a:ext>
            </a:extLst>
          </p:cNvPr>
          <p:cNvSpPr>
            <a:spLocks noGrp="1"/>
          </p:cNvSpPr>
          <p:nvPr>
            <p:ph type="body" idx="1"/>
          </p:nvPr>
        </p:nvSpPr>
        <p:spPr/>
        <p:txBody>
          <a:bodyPr/>
          <a:lstStyle/>
          <a:p>
            <a:pPr marL="285750" indent="-285750">
              <a:spcBef>
                <a:spcPct val="20000"/>
              </a:spcBef>
              <a:buFont typeface="Arial"/>
              <a:buChar char="•"/>
            </a:pPr>
            <a:r>
              <a:rPr lang="en-US"/>
              <a:t>The main components of the architecture are:</a:t>
            </a:r>
          </a:p>
          <a:p>
            <a:pPr lvl="1">
              <a:spcBef>
                <a:spcPct val="20000"/>
              </a:spcBef>
              <a:buFont typeface="Courier New,monospace"/>
              <a:buChar char="•"/>
            </a:pPr>
            <a:r>
              <a:rPr lang="en-US" err="1"/>
              <a:t>MBConv</a:t>
            </a:r>
            <a:r>
              <a:rPr lang="en-US"/>
              <a:t> block (Mobile Inverted Bottleneck Convolution)</a:t>
            </a:r>
            <a:endParaRPr lang="en-US">
              <a:ea typeface="Calibri"/>
              <a:cs typeface="Calibri"/>
            </a:endParaRPr>
          </a:p>
          <a:p>
            <a:pPr lvl="2">
              <a:spcBef>
                <a:spcPct val="20000"/>
              </a:spcBef>
              <a:buFont typeface="Wingdings,Sans-Serif"/>
              <a:buChar char="•"/>
            </a:pPr>
            <a:r>
              <a:rPr lang="en-US"/>
              <a:t>The </a:t>
            </a:r>
            <a:r>
              <a:rPr lang="en-US" err="1"/>
              <a:t>MBConv</a:t>
            </a:r>
            <a:r>
              <a:rPr lang="en-US"/>
              <a:t> block is an evolved inverted residual block inspired by MobileNetv2.</a:t>
            </a:r>
            <a:endParaRPr lang="en-US">
              <a:ea typeface="Calibri"/>
              <a:cs typeface="Calibri"/>
            </a:endParaRPr>
          </a:p>
          <a:p>
            <a:pPr lvl="3">
              <a:spcBef>
                <a:spcPct val="20000"/>
              </a:spcBef>
              <a:buFont typeface="Arial,Sans-Serif"/>
              <a:buChar char="•"/>
            </a:pPr>
            <a:r>
              <a:rPr lang="en-US"/>
              <a:t>inverted residual block starts by expanding the input feature map into a higher-dimensional space using a 1×1 convolution</a:t>
            </a:r>
            <a:endParaRPr lang="en-US">
              <a:ea typeface="Calibri"/>
              <a:cs typeface="Calibri"/>
            </a:endParaRPr>
          </a:p>
          <a:p>
            <a:pPr lvl="3">
              <a:spcBef>
                <a:spcPct val="20000"/>
              </a:spcBef>
              <a:buFont typeface="Arial,Sans-Serif"/>
              <a:buChar char="•"/>
            </a:pPr>
            <a:r>
              <a:rPr lang="en-US"/>
              <a:t>applies a </a:t>
            </a:r>
            <a:r>
              <a:rPr lang="en-US" err="1"/>
              <a:t>depthwise</a:t>
            </a:r>
            <a:r>
              <a:rPr lang="en-US"/>
              <a:t> convolution in this expanded space </a:t>
            </a:r>
            <a:endParaRPr lang="en-US">
              <a:ea typeface="Calibri"/>
              <a:cs typeface="Calibri"/>
            </a:endParaRPr>
          </a:p>
          <a:p>
            <a:pPr lvl="3">
              <a:spcBef>
                <a:spcPct val="20000"/>
              </a:spcBef>
              <a:buFont typeface="Arial,Sans-Serif"/>
              <a:buChar char="•"/>
            </a:pPr>
            <a:r>
              <a:rPr lang="en-US"/>
              <a:t> finally uses another 1×1 convolution that projects the feature map back to a lower-dimensional space</a:t>
            </a:r>
            <a:endParaRPr lang="en-US">
              <a:ea typeface="Calibri"/>
              <a:cs typeface="Calibri"/>
            </a:endParaRPr>
          </a:p>
          <a:p>
            <a:pPr lvl="1">
              <a:spcBef>
                <a:spcPct val="20000"/>
              </a:spcBef>
              <a:buFont typeface="Courier New,monospace"/>
              <a:buChar char="•"/>
            </a:pPr>
            <a:r>
              <a:rPr lang="en-US"/>
              <a:t>Squeeze-and-excitation optimization</a:t>
            </a:r>
            <a:endParaRPr lang="en-US">
              <a:ea typeface="Calibri"/>
              <a:cs typeface="Calibri"/>
            </a:endParaRPr>
          </a:p>
          <a:p>
            <a:pPr lvl="2">
              <a:spcBef>
                <a:spcPct val="20000"/>
              </a:spcBef>
              <a:buFont typeface="Wingdings,Sans-Serif"/>
              <a:buChar char="•"/>
            </a:pPr>
            <a:r>
              <a:rPr lang="en-US"/>
              <a:t>allows the model to emphasize useful features</a:t>
            </a:r>
            <a:endParaRPr lang="en-US">
              <a:ea typeface="Calibri"/>
              <a:cs typeface="Calibri"/>
            </a:endParaRPr>
          </a:p>
          <a:p>
            <a:pPr lvl="2">
              <a:spcBef>
                <a:spcPct val="20000"/>
              </a:spcBef>
              <a:buFont typeface="Wingdings,Sans-Serif"/>
              <a:buChar char="•"/>
            </a:pPr>
            <a:r>
              <a:rPr lang="en-US"/>
              <a:t>Squeeze: This phase aggregates the spatial dimensions (width and height) of the feature maps across each channel into a single value, using global average pooling</a:t>
            </a:r>
            <a:endParaRPr lang="en-US">
              <a:ea typeface="Calibri"/>
              <a:cs typeface="Calibri"/>
            </a:endParaRPr>
          </a:p>
          <a:p>
            <a:pPr lvl="2">
              <a:spcBef>
                <a:spcPct val="20000"/>
              </a:spcBef>
              <a:buFont typeface="Wingdings,Sans-Serif"/>
              <a:buChar char="•"/>
            </a:pPr>
            <a:r>
              <a:rPr lang="en-US"/>
              <a:t>Excitation:  In this step, the model using a full-connected layer applied after the squeezing step, produces a collection of per channel weight (activations or scores). The final step is to apply these learned importance scores to the original input feature map, channel-wise, effectively scaling each channel by its corresponding score.</a:t>
            </a:r>
            <a:endParaRPr lang="en-GB"/>
          </a:p>
        </p:txBody>
      </p:sp>
      <p:sp>
        <p:nvSpPr>
          <p:cNvPr id="4" name="Slide Number Placeholder 3">
            <a:extLst>
              <a:ext uri="{FF2B5EF4-FFF2-40B4-BE49-F238E27FC236}">
                <a16:creationId xmlns:a16="http://schemas.microsoft.com/office/drawing/2014/main" id="{4D46643B-5433-19A9-24F6-266DFEBE2A5D}"/>
              </a:ext>
            </a:extLst>
          </p:cNvPr>
          <p:cNvSpPr>
            <a:spLocks noGrp="1"/>
          </p:cNvSpPr>
          <p:nvPr>
            <p:ph type="sldNum" sz="quarter" idx="5"/>
          </p:nvPr>
        </p:nvSpPr>
        <p:spPr/>
        <p:txBody>
          <a:bodyPr/>
          <a:lstStyle/>
          <a:p>
            <a:fld id="{3BCC9D93-BC28-4C04-B9A2-7AC91709614E}" type="slidenum">
              <a:rPr lang="en-GB"/>
              <a:t>16</a:t>
            </a:fld>
            <a:endParaRPr lang="en-GB"/>
          </a:p>
        </p:txBody>
      </p:sp>
    </p:spTree>
    <p:extLst>
      <p:ext uri="{BB962C8B-B14F-4D97-AF65-F5344CB8AC3E}">
        <p14:creationId xmlns:p14="http://schemas.microsoft.com/office/powerpoint/2010/main" val="317367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feature vector acts as the initial context for the LSTM. To start, we typically pass this vector into the LSTM to set its initial hidden state and cell state. Think of these states as the LSTM’s memory, which will guide it as it generates the caption.</a:t>
            </a:r>
          </a:p>
          <a:p>
            <a:endParaRPr lang="en-US">
              <a:ea typeface="Calibri"/>
              <a:cs typeface="Calibri"/>
            </a:endParaRPr>
          </a:p>
          <a:p>
            <a:endParaRPr lang="en-US"/>
          </a:p>
          <a:p>
            <a:r>
              <a:rPr lang="en-US"/>
              <a:t>The LSTM then generates the caption in a sequential manner, one word at a time. At the first time step, we feed the LSTM a special ‘start’ token, which tells it to begin generating the sentence. The LSTM processes this token along with the image features stored in its hidden state, and it outputs a probability distribution over all possible words in our vocabulary—say, 10,000 words. We pick the word with the highest probability, or sometimes sample from the distribution to add variety. For example, it might output the word ‘A’ as the first word of the caption.</a:t>
            </a:r>
            <a:endParaRPr lang="en-US">
              <a:ea typeface="Calibri"/>
              <a:cs typeface="Calibri"/>
            </a:endParaRPr>
          </a:p>
          <a:p>
            <a:endParaRPr lang="en-US">
              <a:ea typeface="Calibri"/>
              <a:cs typeface="Calibri"/>
            </a:endParaRPr>
          </a:p>
          <a:p>
            <a:r>
              <a:rPr lang="en-US"/>
              <a:t>The LSTM updates its hidden and cell states based on this input and the previous state, which allows it to keep track of what it’s already generated and the overall context from the image.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US"/>
              <a:t>17</a:t>
            </a:fld>
            <a:endParaRPr lang="en-US"/>
          </a:p>
        </p:txBody>
      </p:sp>
    </p:spTree>
    <p:extLst>
      <p:ext uri="{BB962C8B-B14F-4D97-AF65-F5344CB8AC3E}">
        <p14:creationId xmlns:p14="http://schemas.microsoft.com/office/powerpoint/2010/main" val="2923911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brevity penalty (BP)</a:t>
            </a:r>
            <a:r>
              <a:rPr lang="en-US"/>
              <a:t> is used in the </a:t>
            </a:r>
            <a:r>
              <a:rPr lang="en-US" b="1"/>
              <a:t>BLEU (Bilingual Evaluation Understudy)</a:t>
            </a:r>
            <a:r>
              <a:rPr lang="en-US"/>
              <a:t> score to </a:t>
            </a:r>
            <a:r>
              <a:rPr lang="en-US" b="1"/>
              <a:t>penalize overly short candidate translations or captions</a:t>
            </a:r>
            <a:r>
              <a:rPr lang="en-US"/>
              <a:t>. </a:t>
            </a:r>
          </a:p>
          <a:p>
            <a:r>
              <a:rPr lang="en-US"/>
              <a:t>The </a:t>
            </a:r>
            <a:r>
              <a:rPr lang="en-US" b="1"/>
              <a:t>brevity penalty</a:t>
            </a:r>
            <a:r>
              <a:rPr lang="en-US"/>
              <a:t> ensures that shorter-than-reference translations </a:t>
            </a:r>
            <a:r>
              <a:rPr lang="en-US" b="1"/>
              <a:t>get a lower score</a:t>
            </a:r>
            <a:r>
              <a:rPr lang="en-US"/>
              <a:t>.</a:t>
            </a:r>
          </a:p>
          <a:p>
            <a:r>
              <a:rPr lang="en-US"/>
              <a:t>Count Clip: Maximum number of times that word appears in the reference (limit)</a:t>
            </a:r>
            <a:endParaRPr lang="en-US">
              <a:ea typeface="Calibri" panose="020F0502020204030204"/>
              <a:cs typeface="Calibri" panose="020F0502020204030204"/>
            </a:endParaRPr>
          </a:p>
          <a:p>
            <a:endParaRPr lang="en-US">
              <a:ea typeface="Calibri" panose="020F0502020204030204"/>
              <a:cs typeface="Calibri" panose="020F0502020204030204"/>
            </a:endParaRPr>
          </a:p>
          <a:p>
            <a:r>
              <a:rPr lang="en-US">
                <a:ea typeface="Calibri" panose="020F0502020204030204"/>
                <a:cs typeface="Calibri" panose="020F0502020204030204"/>
              </a:rPr>
              <a:t>BLEU Check: (Do not check position)</a:t>
            </a:r>
          </a:p>
          <a:p>
            <a:pPr marL="171450" indent="-171450">
              <a:buFont typeface="Arial"/>
              <a:buChar char="•"/>
            </a:pPr>
            <a:r>
              <a:rPr lang="en-US" b="1"/>
              <a:t>Exact token matches</a:t>
            </a:r>
            <a:r>
              <a:rPr lang="en-US"/>
              <a:t> (case-sensitive or case-insensitive depending on implementation)</a:t>
            </a:r>
          </a:p>
          <a:p>
            <a:pPr marL="171450" indent="-171450">
              <a:buFont typeface="Arial"/>
              <a:buChar char="•"/>
            </a:pPr>
            <a:r>
              <a:rPr lang="en-US" b="1"/>
              <a:t>n-gram precision</a:t>
            </a:r>
            <a:r>
              <a:rPr lang="en-US"/>
              <a:t> (unigrams, bigrams, trigrams, etc.)</a:t>
            </a:r>
          </a:p>
          <a:p>
            <a:pPr marL="171450" indent="-171450">
              <a:buFont typeface="Arial"/>
              <a:buChar char="•"/>
            </a:pPr>
            <a:r>
              <a:rPr lang="en-US" b="1"/>
              <a:t>Clipping</a:t>
            </a:r>
            <a:r>
              <a:rPr lang="en-US"/>
              <a:t> for overused tokens</a:t>
            </a:r>
          </a:p>
          <a:p>
            <a:pPr marL="171450" indent="-171450">
              <a:buFont typeface="Arial"/>
              <a:buChar char="•"/>
            </a:pPr>
            <a:r>
              <a:rPr lang="en-US" b="1"/>
              <a:t>Brevity penalty</a:t>
            </a:r>
            <a:r>
              <a:rPr lang="en-US"/>
              <a:t> if the candidate is too short</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BCC9D93-BC28-4C04-B9A2-7AC91709614E}" type="slidenum">
              <a:rPr lang="en-US"/>
              <a:t>18</a:t>
            </a:fld>
            <a:endParaRPr lang="en-US"/>
          </a:p>
        </p:txBody>
      </p:sp>
    </p:spTree>
    <p:extLst>
      <p:ext uri="{BB962C8B-B14F-4D97-AF65-F5344CB8AC3E}">
        <p14:creationId xmlns:p14="http://schemas.microsoft.com/office/powerpoint/2010/main" val="1708838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Calculate mapping between the candidate and reference caption. In conflict, mapping between least crosses is selected.</a:t>
            </a:r>
          </a:p>
          <a:p>
            <a:endParaRPr lang="en-US">
              <a:ea typeface="Calibri"/>
              <a:cs typeface="Calibri"/>
            </a:endParaRPr>
          </a:p>
          <a:p>
            <a:pPr marL="171450" indent="-171450">
              <a:buFont typeface="Arial"/>
              <a:buChar char="•"/>
            </a:pPr>
            <a:r>
              <a:rPr lang="en-US" b="1"/>
              <a:t>Unigram Matching</a:t>
            </a:r>
            <a:r>
              <a:rPr lang="en-US"/>
              <a:t>: Both examples have all the same words, so METEOR gives credit for matching words.</a:t>
            </a:r>
          </a:p>
          <a:p>
            <a:pPr marL="171450" indent="-171450">
              <a:buFont typeface="Arial"/>
              <a:buChar char="•"/>
            </a:pPr>
            <a:r>
              <a:rPr lang="en-US" b="1"/>
              <a:t>Alignment Crossing Penalty</a:t>
            </a:r>
            <a:r>
              <a:rPr lang="en-US"/>
              <a:t>:</a:t>
            </a:r>
            <a:endParaRPr lang="en-US">
              <a:ea typeface="Calibri"/>
              <a:cs typeface="Calibri"/>
            </a:endParaRPr>
          </a:p>
          <a:p>
            <a:pPr marL="628650" lvl="1" indent="-171450">
              <a:buFont typeface="Arial"/>
              <a:buChar char="•"/>
            </a:pPr>
            <a:r>
              <a:rPr lang="en-US" b="1"/>
              <a:t>Example (a)</a:t>
            </a:r>
            <a:r>
              <a:rPr lang="en-US"/>
              <a:t> has more </a:t>
            </a:r>
            <a:r>
              <a:rPr lang="en-US" err="1"/>
              <a:t>criss-crossing</a:t>
            </a:r>
            <a:r>
              <a:rPr lang="en-US"/>
              <a:t> lines, indicating </a:t>
            </a:r>
            <a:r>
              <a:rPr lang="en-US" b="1"/>
              <a:t>worse alignment</a:t>
            </a:r>
            <a:r>
              <a:rPr lang="en-US"/>
              <a:t>.</a:t>
            </a:r>
            <a:endParaRPr lang="en-US">
              <a:ea typeface="Calibri"/>
              <a:cs typeface="Calibri"/>
            </a:endParaRPr>
          </a:p>
          <a:p>
            <a:pPr marL="628650" lvl="1" indent="-171450">
              <a:buFont typeface="Arial"/>
              <a:buChar char="•"/>
            </a:pPr>
            <a:r>
              <a:rPr lang="en-US" b="1"/>
              <a:t>Example (b)</a:t>
            </a:r>
            <a:r>
              <a:rPr lang="en-US"/>
              <a:t> has </a:t>
            </a:r>
            <a:r>
              <a:rPr lang="en-US" b="1"/>
              <a:t>fewer crosses</a:t>
            </a:r>
            <a:r>
              <a:rPr lang="en-US"/>
              <a:t>, indicating better word order preservation.</a:t>
            </a:r>
            <a:endParaRPr lang="en-US">
              <a:ea typeface="Calibri"/>
              <a:cs typeface="Calibri"/>
            </a:endParaRPr>
          </a:p>
          <a:p>
            <a:pPr marL="171450" indent="-171450">
              <a:buFont typeface="Arial"/>
              <a:buChar char="•"/>
            </a:pPr>
            <a:r>
              <a:rPr lang="en-US"/>
              <a:t>METEOR penalizes </a:t>
            </a:r>
            <a:r>
              <a:rPr lang="en-US" b="1"/>
              <a:t>fragmentation</a:t>
            </a:r>
            <a:r>
              <a:rPr lang="en-US"/>
              <a:t> and poor word order by applying a </a:t>
            </a:r>
            <a:r>
              <a:rPr lang="en-US" b="1"/>
              <a:t>penalty to the final score</a:t>
            </a:r>
            <a:r>
              <a:rPr lang="en-US"/>
              <a: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BCC9D93-BC28-4C04-B9A2-7AC91709614E}" type="slidenum">
              <a:rPr lang="en-US"/>
              <a:t>20</a:t>
            </a:fld>
            <a:endParaRPr lang="en-US"/>
          </a:p>
        </p:txBody>
      </p:sp>
    </p:spTree>
    <p:extLst>
      <p:ext uri="{BB962C8B-B14F-4D97-AF65-F5344CB8AC3E}">
        <p14:creationId xmlns:p14="http://schemas.microsoft.com/office/powerpoint/2010/main" val="1788665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cyclist is leaning forward as he rides his bike.</a:t>
            </a:r>
          </a:p>
        </p:txBody>
      </p:sp>
      <p:sp>
        <p:nvSpPr>
          <p:cNvPr id="4" name="Slide Number Placeholder 3"/>
          <p:cNvSpPr>
            <a:spLocks noGrp="1"/>
          </p:cNvSpPr>
          <p:nvPr>
            <p:ph type="sldNum" sz="quarter" idx="5"/>
          </p:nvPr>
        </p:nvSpPr>
        <p:spPr/>
        <p:txBody>
          <a:bodyPr/>
          <a:lstStyle/>
          <a:p>
            <a:fld id="{3BCC9D93-BC28-4C04-B9A2-7AC91709614E}" type="slidenum">
              <a:rPr lang="en-US"/>
              <a:t>22</a:t>
            </a:fld>
            <a:endParaRPr lang="en-US"/>
          </a:p>
        </p:txBody>
      </p:sp>
    </p:spTree>
    <p:extLst>
      <p:ext uri="{BB962C8B-B14F-4D97-AF65-F5344CB8AC3E}">
        <p14:creationId xmlns:p14="http://schemas.microsoft.com/office/powerpoint/2010/main" val="29085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48DA-31FD-1849-9D09-9C2191660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DC60B-4E97-99C5-B38A-ED01314B3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2677F-35A3-EBE9-2B63-6104830CE50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0F02DED7-52F0-DA81-C11F-1478E355CAAD}"/>
              </a:ext>
            </a:extLst>
          </p:cNvPr>
          <p:cNvSpPr>
            <a:spLocks noGrp="1"/>
          </p:cNvSpPr>
          <p:nvPr>
            <p:ph type="sldNum" sz="quarter" idx="5"/>
          </p:nvPr>
        </p:nvSpPr>
        <p:spPr/>
        <p:txBody>
          <a:bodyPr/>
          <a:lstStyle/>
          <a:p>
            <a:fld id="{3BCC9D93-BC28-4C04-B9A2-7AC91709614E}" type="slidenum">
              <a:rPr lang="en-US"/>
              <a:t>23</a:t>
            </a:fld>
            <a:endParaRPr lang="en-US"/>
          </a:p>
        </p:txBody>
      </p:sp>
    </p:spTree>
    <p:extLst>
      <p:ext uri="{BB962C8B-B14F-4D97-AF65-F5344CB8AC3E}">
        <p14:creationId xmlns:p14="http://schemas.microsoft.com/office/powerpoint/2010/main" val="4106131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34468-3E39-76F0-E4CA-824FAFB78DFE}"/>
              </a:ext>
            </a:extLst>
          </p:cNvPr>
          <p:cNvSpPr>
            <a:spLocks noGrp="1"/>
          </p:cNvSpPr>
          <p:nvPr>
            <p:ph type="ctrTitle"/>
          </p:nvPr>
        </p:nvSpPr>
        <p:spPr>
          <a:xfrm>
            <a:off x="279132" y="972152"/>
            <a:ext cx="11440427" cy="5014762"/>
          </a:xfrm>
        </p:spPr>
        <p:txBody>
          <a:bodyPr vert="horz" lIns="91440" tIns="45720" rIns="91440" bIns="45720" rtlCol="0" anchor="ctr">
            <a:noAutofit/>
          </a:bodyPr>
          <a:lstStyle/>
          <a:p>
            <a:pPr>
              <a:lnSpc>
                <a:spcPct val="90000"/>
              </a:lnSpc>
              <a:spcBef>
                <a:spcPct val="20000"/>
              </a:spcBef>
            </a:pPr>
            <a:br>
              <a:rPr lang="en-US">
                <a:latin typeface="Georgia Pro"/>
                <a:ea typeface="Calibri"/>
                <a:cs typeface="Calibri"/>
              </a:rPr>
            </a:br>
            <a:br>
              <a:rPr lang="en-US">
                <a:latin typeface="Georgia Pro"/>
                <a:ea typeface="Calibri"/>
                <a:cs typeface="Calibri"/>
              </a:rPr>
            </a:br>
            <a:r>
              <a:rPr lang="en-US">
                <a:latin typeface="Georgia Pro"/>
                <a:ea typeface="Calibri"/>
                <a:cs typeface="Calibri"/>
              </a:rPr>
              <a:t>   </a:t>
            </a: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br>
              <a:rPr lang="en-US">
                <a:latin typeface="Georgia Pro"/>
                <a:ea typeface="Calibri"/>
                <a:cs typeface="Calibri"/>
              </a:rPr>
            </a:br>
            <a:r>
              <a:rPr lang="en-US">
                <a:ea typeface="Calibri"/>
                <a:cs typeface="Calibri"/>
              </a:rPr>
              <a:t>Context Aware Image Caption Generation Using Deep Learning Algorithms</a:t>
            </a:r>
            <a:br>
              <a:rPr lang="en-US">
                <a:ea typeface="Calibri"/>
                <a:cs typeface="Calibri"/>
              </a:rPr>
            </a:br>
            <a:br>
              <a:rPr lang="en-US">
                <a:latin typeface="Georgia Pro"/>
                <a:ea typeface="Calibri"/>
                <a:cs typeface="Calibri"/>
              </a:rPr>
            </a:br>
            <a:r>
              <a:rPr lang="en-US" sz="2000">
                <a:ea typeface="Calibri"/>
                <a:cs typeface="Calibri"/>
              </a:rPr>
              <a:t>Mohammad Sina </a:t>
            </a:r>
            <a:r>
              <a:rPr lang="en-US" sz="2000" err="1">
                <a:ea typeface="Calibri"/>
                <a:cs typeface="Calibri"/>
              </a:rPr>
              <a:t>Hassannia</a:t>
            </a:r>
            <a:r>
              <a:rPr lang="en-US" sz="2000">
                <a:ea typeface="Calibri"/>
                <a:cs typeface="Calibri"/>
              </a:rPr>
              <a:t> , Sumon Kanti Dey and Lovely Yeswanth </a:t>
            </a:r>
            <a:r>
              <a:rPr lang="en-US" sz="2000" err="1">
                <a:ea typeface="Calibri"/>
                <a:cs typeface="Calibri"/>
              </a:rPr>
              <a:t>Panchumarthi</a:t>
            </a:r>
            <a:br>
              <a:rPr lang="en-US" sz="2000"/>
            </a:br>
            <a:br>
              <a:rPr lang="en-US" sz="2000">
                <a:cs typeface="Calibri"/>
              </a:rPr>
            </a:br>
            <a:r>
              <a:rPr lang="en-US" sz="2000">
                <a:ea typeface="Calibri"/>
                <a:cs typeface="Calibri"/>
              </a:rPr>
              <a:t>April 24, 2025</a:t>
            </a:r>
            <a:br>
              <a:rPr lang="en-US"/>
            </a:br>
            <a:br>
              <a:rPr lang="en-US">
                <a:latin typeface="Georgia Pro"/>
                <a:ea typeface="Calibri"/>
                <a:cs typeface="Calibri"/>
              </a:rPr>
            </a:br>
            <a:r>
              <a:rPr lang="en-US" sz="2200">
                <a:latin typeface="Georgia Pro"/>
                <a:ea typeface="Calibri"/>
                <a:cs typeface="Calibri"/>
              </a:rPr>
              <a:t>                       </a:t>
            </a:r>
          </a:p>
          <a:p>
            <a:pPr algn="l">
              <a:lnSpc>
                <a:spcPct val="90000"/>
              </a:lnSpc>
              <a:spcBef>
                <a:spcPct val="20000"/>
              </a:spcBef>
            </a:pPr>
            <a:r>
              <a:rPr lang="en-US" sz="2200">
                <a:latin typeface="Georgia Pro"/>
                <a:ea typeface="Calibri"/>
                <a:cs typeface="Calibri"/>
              </a:rPr>
              <a:t>                                         </a:t>
            </a:r>
          </a:p>
          <a:p>
            <a:br>
              <a:rPr lang="en-US">
                <a:ea typeface="Calibri"/>
                <a:cs typeface="Calibri"/>
              </a:rPr>
            </a:br>
            <a:br>
              <a:rPr lang="en-US">
                <a:ea typeface="Calibri"/>
                <a:cs typeface="Calibri"/>
              </a:rPr>
            </a:br>
            <a:br>
              <a:rPr lang="en-US">
                <a:ea typeface="Calibri"/>
                <a:cs typeface="Calibri"/>
              </a:rPr>
            </a:br>
            <a:br>
              <a:rPr lang="en-US">
                <a:ea typeface="Calibri"/>
                <a:cs typeface="Calibri"/>
              </a:rPr>
            </a:br>
            <a:endParaRPr lang="en-US">
              <a:latin typeface="Georgia Pro"/>
              <a:ea typeface="Calibri"/>
              <a:cs typeface="Calibri"/>
            </a:endParaRPr>
          </a:p>
          <a:p>
            <a:endParaRPr lang="en-US">
              <a:latin typeface="Georgia Pro"/>
              <a:ea typeface="Calibri"/>
              <a:cs typeface="Calibri"/>
            </a:endParaRPr>
          </a:p>
        </p:txBody>
      </p:sp>
      <p:pic>
        <p:nvPicPr>
          <p:cNvPr id="3" name="Picture 2" descr="A logo of a university&#10;&#10;AI-generated content may be incorrect.">
            <a:extLst>
              <a:ext uri="{FF2B5EF4-FFF2-40B4-BE49-F238E27FC236}">
                <a16:creationId xmlns:a16="http://schemas.microsoft.com/office/drawing/2014/main" id="{F5215B0D-A099-739D-ACE3-E398AFFA38D5}"/>
              </a:ext>
            </a:extLst>
          </p:cNvPr>
          <p:cNvPicPr>
            <a:picLocks noChangeAspect="1"/>
          </p:cNvPicPr>
          <p:nvPr/>
        </p:nvPicPr>
        <p:blipFill>
          <a:blip r:embed="rId2"/>
          <a:stretch>
            <a:fillRect/>
          </a:stretch>
        </p:blipFill>
        <p:spPr>
          <a:xfrm>
            <a:off x="4333875" y="709084"/>
            <a:ext cx="3333750" cy="2010832"/>
          </a:xfrm>
          <a:prstGeom prst="rect">
            <a:avLst/>
          </a:prstGeom>
        </p:spPr>
      </p:pic>
    </p:spTree>
    <p:extLst>
      <p:ext uri="{BB962C8B-B14F-4D97-AF65-F5344CB8AC3E}">
        <p14:creationId xmlns:p14="http://schemas.microsoft.com/office/powerpoint/2010/main" val="1701787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F813-3C3F-1824-F04F-D4D2BFD90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A2047-3F32-8334-AA01-6DDC8BDC757B}"/>
              </a:ext>
            </a:extLst>
          </p:cNvPr>
          <p:cNvSpPr>
            <a:spLocks noGrp="1"/>
          </p:cNvSpPr>
          <p:nvPr>
            <p:ph type="title"/>
          </p:nvPr>
        </p:nvSpPr>
        <p:spPr>
          <a:xfrm>
            <a:off x="1697238" y="370723"/>
            <a:ext cx="8893856" cy="1052946"/>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r>
              <a:rPr lang="en-US">
                <a:latin typeface="Calibri"/>
                <a:ea typeface="Calibri"/>
                <a:cs typeface="Calibri"/>
              </a:rPr>
              <a:t>Introduction to the </a:t>
            </a:r>
            <a:r>
              <a:rPr lang="en-US">
                <a:ea typeface="Calibri"/>
                <a:cs typeface="Calibri"/>
              </a:rPr>
              <a:t>Problem</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sp>
        <p:nvSpPr>
          <p:cNvPr id="4" name="TextBox 3">
            <a:extLst>
              <a:ext uri="{FF2B5EF4-FFF2-40B4-BE49-F238E27FC236}">
                <a16:creationId xmlns:a16="http://schemas.microsoft.com/office/drawing/2014/main" id="{90608F2E-D2F0-4A88-ECB0-DDEF017AA489}"/>
              </a:ext>
            </a:extLst>
          </p:cNvPr>
          <p:cNvSpPr txBox="1"/>
          <p:nvPr/>
        </p:nvSpPr>
        <p:spPr>
          <a:xfrm>
            <a:off x="845562" y="1424285"/>
            <a:ext cx="9652240" cy="42203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a:latin typeface="Times New Roman"/>
              <a:ea typeface="Calibri"/>
              <a:cs typeface="Times New Roman" panose="02020603050405020304" pitchFamily="18" charset="0"/>
            </a:endParaRPr>
          </a:p>
          <a:p>
            <a:pPr marL="342900" indent="-342900">
              <a:buFont typeface="Courier New" panose="02070309020205020404" pitchFamily="49" charset="0"/>
              <a:buChar char="o"/>
            </a:pPr>
            <a:r>
              <a:rPr lang="en-US" sz="1400">
                <a:latin typeface="Times New Roman"/>
                <a:ea typeface="Calibri"/>
                <a:cs typeface="Times New Roman"/>
              </a:rPr>
              <a:t>Image captioning is the task of describing the content of an image in natural language.</a:t>
            </a:r>
          </a:p>
          <a:p>
            <a:pPr marL="342900" indent="-342900">
              <a:buFont typeface="Courier New" panose="02070309020205020404" pitchFamily="49" charset="0"/>
              <a:buChar char="o"/>
            </a:pPr>
            <a:r>
              <a:rPr lang="en-US" sz="1400">
                <a:latin typeface="Times New Roman"/>
                <a:ea typeface="Calibri"/>
                <a:cs typeface="Times New Roman"/>
              </a:rPr>
              <a:t>Traditional image captioning focuses on describing objects and actions in an image.</a:t>
            </a:r>
          </a:p>
          <a:p>
            <a:pPr marL="342900" indent="-342900">
              <a:buFont typeface="Courier New" panose="02070309020205020404" pitchFamily="49" charset="0"/>
              <a:buChar char="o"/>
            </a:pPr>
            <a:r>
              <a:rPr lang="en-US" sz="1400">
                <a:latin typeface="Times New Roman"/>
                <a:ea typeface="Calibri"/>
                <a:cs typeface="Times New Roman"/>
              </a:rPr>
              <a:t>Context-aware captioning  requires:</a:t>
            </a:r>
          </a:p>
          <a:p>
            <a:pPr marL="800100" lvl="1" indent="-342900">
              <a:buFont typeface="Courier New" panose="02070309020205020404" pitchFamily="49" charset="0"/>
              <a:buChar char="o"/>
            </a:pPr>
            <a:r>
              <a:rPr lang="en-US" sz="1400">
                <a:latin typeface="Times New Roman"/>
                <a:ea typeface="Calibri"/>
                <a:cs typeface="Times New Roman"/>
              </a:rPr>
              <a:t>Understanding visual content (objects, scenes, actions).</a:t>
            </a:r>
          </a:p>
          <a:p>
            <a:pPr marL="800100" lvl="1" indent="-342900">
              <a:buFont typeface="Courier New" panose="02070309020205020404" pitchFamily="49" charset="0"/>
              <a:buChar char="o"/>
            </a:pPr>
            <a:r>
              <a:rPr lang="en-US" sz="1400">
                <a:latin typeface="Times New Roman"/>
                <a:ea typeface="Calibri"/>
                <a:cs typeface="Times New Roman"/>
              </a:rPr>
              <a:t>Captures </a:t>
            </a:r>
            <a:r>
              <a:rPr lang="en-US" sz="1400" b="1">
                <a:latin typeface="Times New Roman"/>
                <a:ea typeface="Calibri"/>
                <a:cs typeface="Times New Roman"/>
              </a:rPr>
              <a:t>intent</a:t>
            </a:r>
            <a:r>
              <a:rPr lang="en-US" sz="1400">
                <a:latin typeface="Times New Roman"/>
                <a:ea typeface="Calibri"/>
                <a:cs typeface="Times New Roman"/>
              </a:rPr>
              <a:t>, </a:t>
            </a:r>
            <a:r>
              <a:rPr lang="en-US" sz="1400" b="1">
                <a:latin typeface="Times New Roman"/>
                <a:ea typeface="Calibri"/>
                <a:cs typeface="Times New Roman"/>
              </a:rPr>
              <a:t>interactions</a:t>
            </a:r>
            <a:r>
              <a:rPr lang="en-US" sz="1400">
                <a:latin typeface="Times New Roman"/>
                <a:ea typeface="Calibri"/>
                <a:cs typeface="Times New Roman"/>
              </a:rPr>
              <a:t>, and </a:t>
            </a:r>
            <a:r>
              <a:rPr lang="en-US" sz="1400" b="1">
                <a:latin typeface="Times New Roman"/>
                <a:ea typeface="Calibri"/>
                <a:cs typeface="Times New Roman"/>
              </a:rPr>
              <a:t>background details</a:t>
            </a:r>
          </a:p>
          <a:p>
            <a:pPr lvl="1"/>
            <a:r>
              <a:rPr lang="en-US" sz="1400">
                <a:latin typeface="Times New Roman"/>
                <a:ea typeface="Calibri"/>
                <a:cs typeface="Times New Roman"/>
              </a:rPr>
              <a:t>  </a:t>
            </a:r>
          </a:p>
          <a:p>
            <a:pPr marL="342900" indent="-342900">
              <a:buFont typeface="Courier New" panose="02070309020205020404" pitchFamily="49" charset="0"/>
              <a:buChar char="o"/>
            </a:pPr>
            <a:r>
              <a:rPr lang="en-US" sz="1400">
                <a:latin typeface="Times New Roman"/>
                <a:ea typeface="Calibri"/>
                <a:cs typeface="Times New Roman"/>
              </a:rPr>
              <a:t> Importance:  </a:t>
            </a:r>
          </a:p>
          <a:p>
            <a:pPr marL="800100" lvl="1" indent="-342900">
              <a:buFont typeface="Courier New" panose="02070309020205020404" pitchFamily="49" charset="0"/>
              <a:buChar char="o"/>
            </a:pPr>
            <a:r>
              <a:rPr lang="en-US" sz="1400">
                <a:latin typeface="Times New Roman"/>
                <a:ea typeface="Calibri"/>
                <a:cs typeface="Times New Roman"/>
              </a:rPr>
              <a:t>Facilitates Dataset Annotation</a:t>
            </a:r>
          </a:p>
          <a:p>
            <a:pPr marL="800100" lvl="1" indent="-342900">
              <a:buFont typeface="Courier New" panose="02070309020205020404" pitchFamily="49" charset="0"/>
              <a:buChar char="o"/>
            </a:pPr>
            <a:r>
              <a:rPr lang="en-US" sz="1400">
                <a:latin typeface="Times New Roman"/>
                <a:ea typeface="Calibri"/>
                <a:cs typeface="Times New Roman"/>
              </a:rPr>
              <a:t>Helps visually impaired users understand image content through descriptive text</a:t>
            </a:r>
          </a:p>
          <a:p>
            <a:pPr marL="800100" lvl="1" indent="-342900">
              <a:buFont typeface="Courier New" panose="02070309020205020404" pitchFamily="49" charset="0"/>
              <a:buChar char="o"/>
            </a:pPr>
            <a:r>
              <a:rPr lang="en-US" sz="1400">
                <a:latin typeface="Times New Roman"/>
                <a:ea typeface="Calibri"/>
                <a:cs typeface="Times New Roman"/>
              </a:rPr>
              <a:t>Enables Visual Question Answering (VQA)</a:t>
            </a:r>
          </a:p>
          <a:p>
            <a:pPr marL="800100" lvl="1" indent="-342900">
              <a:buFont typeface="Courier New" panose="02070309020205020404" pitchFamily="49" charset="0"/>
              <a:buChar char="o"/>
            </a:pPr>
            <a:r>
              <a:rPr lang="en-US" sz="1400">
                <a:latin typeface="Times New Roman"/>
                <a:ea typeface="Calibri"/>
                <a:cs typeface="Times New Roman"/>
              </a:rPr>
              <a:t>Enables Cross-lingual Applications.</a:t>
            </a:r>
          </a:p>
          <a:p>
            <a:pPr marL="800100" lvl="1" indent="-342900">
              <a:buFont typeface="Courier New" panose="02070309020205020404" pitchFamily="49" charset="0"/>
              <a:buChar char="o"/>
            </a:pPr>
            <a:r>
              <a:rPr lang="en-US" sz="1400">
                <a:latin typeface="Times New Roman"/>
                <a:ea typeface="Calibri"/>
                <a:cs typeface="Times New Roman"/>
              </a:rPr>
              <a:t>Improves E-commerce Experience</a:t>
            </a:r>
          </a:p>
          <a:p>
            <a:pPr marL="800100" lvl="1" indent="-342900">
              <a:buFont typeface="Courier New" panose="02070309020205020404" pitchFamily="49" charset="0"/>
              <a:buChar char="o"/>
            </a:pPr>
            <a:endParaRPr lang="en-US" sz="1400">
              <a:latin typeface="Times New Roman"/>
              <a:ea typeface="Calibri"/>
              <a:cs typeface="Times New Roman" panose="02020603050405020304" pitchFamily="18" charset="0"/>
            </a:endParaRPr>
          </a:p>
          <a:p>
            <a:pPr marL="342900" indent="-342900">
              <a:buFont typeface="Courier New" panose="02070309020205020404" pitchFamily="49" charset="0"/>
              <a:buChar char="o"/>
            </a:pPr>
            <a:r>
              <a:rPr lang="en-US" sz="1400">
                <a:latin typeface="Times New Roman"/>
                <a:ea typeface="Calibri"/>
                <a:cs typeface="Times New Roman"/>
              </a:rPr>
              <a:t>Application</a:t>
            </a:r>
          </a:p>
          <a:p>
            <a:pPr marL="800100" lvl="1" indent="-342900">
              <a:buFont typeface="Courier New" panose="02070309020205020404" pitchFamily="49" charset="0"/>
              <a:buChar char="o"/>
            </a:pPr>
            <a:r>
              <a:rPr lang="en-US" sz="1400">
                <a:latin typeface="Times New Roman"/>
                <a:ea typeface="Calibri"/>
                <a:cs typeface="Calibri"/>
              </a:rPr>
              <a:t>Social</a:t>
            </a:r>
            <a:r>
              <a:rPr lang="en-US" sz="1400">
                <a:latin typeface="Times New Roman"/>
                <a:ea typeface="+mn-lt"/>
                <a:cs typeface="+mn-lt"/>
              </a:rPr>
              <a:t> Media Automation</a:t>
            </a:r>
          </a:p>
          <a:p>
            <a:pPr marL="800100" lvl="1" indent="-342900">
              <a:buFont typeface="Courier New" panose="02070309020205020404" pitchFamily="49" charset="0"/>
              <a:buChar char="o"/>
            </a:pPr>
            <a:r>
              <a:rPr lang="en-US" sz="1400">
                <a:latin typeface="Times New Roman"/>
                <a:ea typeface="+mn-lt"/>
                <a:cs typeface="+mn-lt"/>
              </a:rPr>
              <a:t>Human-Robot Interaction</a:t>
            </a:r>
            <a:endParaRPr lang="en-US" sz="1400">
              <a:latin typeface="Times New Roman"/>
              <a:ea typeface="Calibri"/>
              <a:cs typeface="Calibri"/>
            </a:endParaRPr>
          </a:p>
          <a:p>
            <a:pPr marL="800100" lvl="1" indent="-342900">
              <a:buFont typeface="Courier New" panose="02070309020205020404" pitchFamily="49" charset="0"/>
              <a:buChar char="o"/>
            </a:pPr>
            <a:r>
              <a:rPr lang="en-US" sz="1400">
                <a:latin typeface="Times New Roman"/>
                <a:ea typeface="+mn-lt"/>
                <a:cs typeface="+mn-lt"/>
              </a:rPr>
              <a:t>Education and Assistive Tools</a:t>
            </a:r>
            <a:endParaRPr lang="en-US" sz="1400">
              <a:latin typeface="Times New Roman"/>
              <a:ea typeface="Calibri"/>
              <a:cs typeface="Calibri"/>
            </a:endParaRPr>
          </a:p>
          <a:p>
            <a:pPr>
              <a:lnSpc>
                <a:spcPts val="2100"/>
              </a:lnSpc>
            </a:pPr>
            <a:endParaRPr lang="en-US" sz="1600">
              <a:latin typeface="Times New Roman"/>
              <a:ea typeface="Calibri"/>
              <a:cs typeface="Arial"/>
            </a:endParaRPr>
          </a:p>
        </p:txBody>
      </p:sp>
      <p:sp>
        <p:nvSpPr>
          <p:cNvPr id="5" name="TextBox 4">
            <a:extLst>
              <a:ext uri="{FF2B5EF4-FFF2-40B4-BE49-F238E27FC236}">
                <a16:creationId xmlns:a16="http://schemas.microsoft.com/office/drawing/2014/main" id="{AE0A1801-A79A-7941-447A-78EB11603859}"/>
              </a:ext>
            </a:extLst>
          </p:cNvPr>
          <p:cNvSpPr txBox="1"/>
          <p:nvPr/>
        </p:nvSpPr>
        <p:spPr>
          <a:xfrm>
            <a:off x="391018" y="6559830"/>
            <a:ext cx="1398390" cy="287198"/>
          </a:xfrm>
          <a:prstGeom prst="rect">
            <a:avLst/>
          </a:prstGeom>
          <a:solidFill>
            <a:schemeClr val="accent3">
              <a:lumMod val="60000"/>
              <a:lumOff val="40000"/>
            </a:schemeClr>
          </a:solid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22FAFBDA-4490-A281-47BF-146CB5891068}"/>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ED9A5E18-1F27-DA4D-00BF-CE47585C9F45}"/>
              </a:ext>
            </a:extLst>
          </p:cNvPr>
          <p:cNvSpPr txBox="1"/>
          <p:nvPr/>
        </p:nvSpPr>
        <p:spPr>
          <a:xfrm>
            <a:off x="3876878" y="6549538"/>
            <a:ext cx="139839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15F24DDE-D649-D2F1-EF32-A3CF63D8CA9D}"/>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E352F9AF-12EE-5B04-98F7-870CB0FEDEA2}"/>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5E32C4CF-79C9-ACC9-A7A0-5FB109AF170F}"/>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Tree>
    <p:extLst>
      <p:ext uri="{BB962C8B-B14F-4D97-AF65-F5344CB8AC3E}">
        <p14:creationId xmlns:p14="http://schemas.microsoft.com/office/powerpoint/2010/main" val="1408337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933" rIns="0" bIns="0" rtlCol="0">
            <a:spAutoFit/>
          </a:bodyPr>
          <a:lstStyle/>
          <a:p>
            <a:pPr marL="16933">
              <a:lnSpc>
                <a:spcPct val="100000"/>
              </a:lnSpc>
              <a:spcBef>
                <a:spcPts val="133"/>
              </a:spcBef>
            </a:pPr>
            <a:r>
              <a:rPr spc="287"/>
              <a:t>Why</a:t>
            </a:r>
            <a:r>
              <a:rPr spc="-293"/>
              <a:t> </a:t>
            </a:r>
            <a:r>
              <a:rPr spc="247"/>
              <a:t>do</a:t>
            </a:r>
            <a:r>
              <a:rPr spc="-287"/>
              <a:t> </a:t>
            </a:r>
            <a:r>
              <a:rPr spc="133"/>
              <a:t>need</a:t>
            </a:r>
            <a:r>
              <a:rPr spc="-287"/>
              <a:t> </a:t>
            </a:r>
            <a:r>
              <a:rPr spc="100"/>
              <a:t>Captioning?</a:t>
            </a:r>
          </a:p>
        </p:txBody>
      </p:sp>
      <p:sp>
        <p:nvSpPr>
          <p:cNvPr id="3" name="object 3"/>
          <p:cNvSpPr txBox="1"/>
          <p:nvPr/>
        </p:nvSpPr>
        <p:spPr>
          <a:xfrm>
            <a:off x="613533" y="1718500"/>
            <a:ext cx="8546811" cy="2527529"/>
          </a:xfrm>
          <a:prstGeom prst="rect">
            <a:avLst/>
          </a:prstGeom>
        </p:spPr>
        <p:txBody>
          <a:bodyPr vert="horz" wrap="square" lIns="0" tIns="16933" rIns="0" bIns="0" rtlCol="0" anchor="t">
            <a:spAutoFit/>
          </a:bodyPr>
          <a:lstStyle/>
          <a:p>
            <a:pPr marL="302260" indent="-285750">
              <a:spcBef>
                <a:spcPts val="133"/>
              </a:spcBef>
              <a:buFont typeface="Courier New"/>
              <a:buChar char="o"/>
              <a:tabLst>
                <a:tab pos="505447" algn="l"/>
              </a:tabLst>
            </a:pPr>
            <a:r>
              <a:rPr sz="1600" spc="100">
                <a:solidFill>
                  <a:srgbClr val="434343"/>
                </a:solidFill>
                <a:latin typeface="Times New Roman"/>
                <a:ea typeface="Calibri"/>
                <a:cs typeface="Trebuchet MS"/>
              </a:rPr>
              <a:t>Image</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captioning</a:t>
            </a:r>
            <a:r>
              <a:rPr sz="1600" spc="60">
                <a:solidFill>
                  <a:srgbClr val="434343"/>
                </a:solidFill>
                <a:latin typeface="Times New Roman"/>
                <a:ea typeface="Calibri"/>
                <a:cs typeface="Trebuchet MS"/>
              </a:rPr>
              <a:t> </a:t>
            </a:r>
            <a:r>
              <a:rPr sz="1600" spc="80">
                <a:solidFill>
                  <a:srgbClr val="434343"/>
                </a:solidFill>
                <a:latin typeface="Times New Roman"/>
                <a:ea typeface="Calibri"/>
                <a:cs typeface="Trebuchet MS"/>
              </a:rPr>
              <a:t>closely</a:t>
            </a:r>
            <a:r>
              <a:rPr sz="1600" spc="60">
                <a:solidFill>
                  <a:srgbClr val="434343"/>
                </a:solidFill>
                <a:latin typeface="Times New Roman"/>
                <a:ea typeface="Calibri"/>
                <a:cs typeface="Trebuchet MS"/>
              </a:rPr>
              <a:t> </a:t>
            </a:r>
            <a:r>
              <a:rPr sz="1600">
                <a:solidFill>
                  <a:srgbClr val="434343"/>
                </a:solidFill>
                <a:latin typeface="Times New Roman"/>
                <a:ea typeface="Calibri"/>
                <a:cs typeface="Trebuchet MS"/>
              </a:rPr>
              <a:t>related</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to</a:t>
            </a:r>
            <a:r>
              <a:rPr sz="1600" spc="60">
                <a:solidFill>
                  <a:srgbClr val="434343"/>
                </a:solidFill>
                <a:latin typeface="Times New Roman"/>
                <a:ea typeface="Calibri"/>
                <a:cs typeface="Trebuchet MS"/>
              </a:rPr>
              <a:t> </a:t>
            </a:r>
            <a:r>
              <a:rPr sz="1600" b="1">
                <a:solidFill>
                  <a:srgbClr val="434343"/>
                </a:solidFill>
                <a:latin typeface="Times New Roman"/>
                <a:ea typeface="Calibri"/>
                <a:cs typeface="Trebuchet MS"/>
              </a:rPr>
              <a:t>Visual</a:t>
            </a:r>
            <a:r>
              <a:rPr sz="1600" b="1" spc="7">
                <a:solidFill>
                  <a:srgbClr val="434343"/>
                </a:solidFill>
                <a:latin typeface="Times New Roman"/>
                <a:ea typeface="Calibri"/>
                <a:cs typeface="Trebuchet MS"/>
              </a:rPr>
              <a:t> </a:t>
            </a:r>
            <a:r>
              <a:rPr sz="1600" b="1">
                <a:solidFill>
                  <a:srgbClr val="434343"/>
                </a:solidFill>
                <a:latin typeface="Times New Roman"/>
                <a:ea typeface="Calibri"/>
                <a:cs typeface="Trebuchet MS"/>
              </a:rPr>
              <a:t>Question</a:t>
            </a:r>
            <a:r>
              <a:rPr sz="1600" b="1" spc="7">
                <a:solidFill>
                  <a:srgbClr val="434343"/>
                </a:solidFill>
                <a:latin typeface="Times New Roman"/>
                <a:ea typeface="Calibri"/>
                <a:cs typeface="Trebuchet MS"/>
              </a:rPr>
              <a:t> </a:t>
            </a:r>
            <a:r>
              <a:rPr lang="en-US" sz="1600" b="1" spc="-13">
                <a:solidFill>
                  <a:srgbClr val="434343"/>
                </a:solidFill>
                <a:latin typeface="Times New Roman"/>
                <a:ea typeface="Calibri"/>
                <a:cs typeface="Trebuchet MS"/>
              </a:rPr>
              <a:t>Answering</a:t>
            </a:r>
            <a:endParaRPr lang="en-US" sz="1600">
              <a:solidFill>
                <a:srgbClr val="000000"/>
              </a:solidFill>
              <a:latin typeface="Times New Roman"/>
              <a:ea typeface="Calibri"/>
              <a:cs typeface="Trebuchet MS"/>
            </a:endParaRPr>
          </a:p>
          <a:p>
            <a:pPr marL="759460" lvl="1" indent="-285750">
              <a:lnSpc>
                <a:spcPct val="100000"/>
              </a:lnSpc>
              <a:spcBef>
                <a:spcPts val="133"/>
              </a:spcBef>
              <a:buFont typeface="Courier New"/>
              <a:buChar char="o"/>
              <a:tabLst>
                <a:tab pos="505447" algn="l"/>
              </a:tabLst>
            </a:pPr>
            <a:r>
              <a:rPr lang="en-US" sz="1600" spc="-87">
                <a:solidFill>
                  <a:srgbClr val="434343"/>
                </a:solidFill>
                <a:latin typeface="Times New Roman"/>
                <a:ea typeface="Calibri"/>
                <a:cs typeface="Trebuchet MS"/>
              </a:rPr>
              <a:t>If</a:t>
            </a:r>
            <a:r>
              <a:rPr sz="1600" spc="-53">
                <a:solidFill>
                  <a:srgbClr val="434343"/>
                </a:solidFill>
                <a:latin typeface="Times New Roman"/>
                <a:ea typeface="Calibri"/>
                <a:cs typeface="Trebuchet MS"/>
              </a:rPr>
              <a:t> </a:t>
            </a:r>
            <a:r>
              <a:rPr sz="1600" spc="173">
                <a:solidFill>
                  <a:srgbClr val="434343"/>
                </a:solidFill>
                <a:latin typeface="Times New Roman"/>
                <a:ea typeface="Calibri"/>
                <a:cs typeface="Trebuchet MS"/>
              </a:rPr>
              <a:t>good</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descriptions</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of</a:t>
            </a:r>
            <a:r>
              <a:rPr sz="1600" spc="-53">
                <a:solidFill>
                  <a:srgbClr val="434343"/>
                </a:solidFill>
                <a:latin typeface="Times New Roman"/>
                <a:ea typeface="Calibri"/>
                <a:cs typeface="Trebuchet MS"/>
              </a:rPr>
              <a:t> </a:t>
            </a:r>
            <a:r>
              <a:rPr sz="1600" spc="93">
                <a:solidFill>
                  <a:srgbClr val="434343"/>
                </a:solidFill>
                <a:latin typeface="Times New Roman"/>
                <a:ea typeface="Calibri"/>
                <a:cs typeface="Trebuchet MS"/>
              </a:rPr>
              <a:t>images</a:t>
            </a:r>
            <a:r>
              <a:rPr sz="1600" spc="-47">
                <a:solidFill>
                  <a:srgbClr val="434343"/>
                </a:solidFill>
                <a:latin typeface="Times New Roman"/>
                <a:ea typeface="Calibri"/>
                <a:cs typeface="Trebuchet MS"/>
              </a:rPr>
              <a:t> </a:t>
            </a:r>
            <a:r>
              <a:rPr sz="1600" spc="73">
                <a:solidFill>
                  <a:srgbClr val="434343"/>
                </a:solidFill>
                <a:latin typeface="Times New Roman"/>
                <a:ea typeface="Calibri"/>
                <a:cs typeface="Trebuchet MS"/>
              </a:rPr>
              <a:t>can</a:t>
            </a:r>
            <a:r>
              <a:rPr sz="1600" spc="-47">
                <a:solidFill>
                  <a:srgbClr val="434343"/>
                </a:solidFill>
                <a:latin typeface="Times New Roman"/>
                <a:ea typeface="Calibri"/>
                <a:cs typeface="Trebuchet MS"/>
              </a:rPr>
              <a:t> </a:t>
            </a:r>
            <a:r>
              <a:rPr sz="1600" spc="113">
                <a:solidFill>
                  <a:srgbClr val="434343"/>
                </a:solidFill>
                <a:latin typeface="Times New Roman"/>
                <a:ea typeface="Calibri"/>
                <a:cs typeface="Trebuchet MS"/>
              </a:rPr>
              <a:t>be</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generated.</a:t>
            </a:r>
            <a:r>
              <a:rPr sz="1600" spc="-47">
                <a:solidFill>
                  <a:srgbClr val="434343"/>
                </a:solidFill>
                <a:latin typeface="Times New Roman"/>
                <a:ea typeface="Calibri"/>
                <a:cs typeface="Trebuchet MS"/>
              </a:rPr>
              <a:t> </a:t>
            </a:r>
            <a:r>
              <a:rPr sz="1600" spc="80">
                <a:solidFill>
                  <a:srgbClr val="434343"/>
                </a:solidFill>
                <a:latin typeface="Times New Roman"/>
                <a:ea typeface="Calibri"/>
                <a:cs typeface="Trebuchet MS"/>
              </a:rPr>
              <a:t>Then</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likely</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a</a:t>
            </a:r>
            <a:r>
              <a:rPr sz="1600" spc="-47">
                <a:solidFill>
                  <a:srgbClr val="434343"/>
                </a:solidFill>
                <a:latin typeface="Times New Roman"/>
                <a:ea typeface="Calibri"/>
                <a:cs typeface="Trebuchet MS"/>
              </a:rPr>
              <a:t> </a:t>
            </a:r>
            <a:r>
              <a:rPr sz="1600" spc="-13">
                <a:solidFill>
                  <a:srgbClr val="434343"/>
                </a:solidFill>
                <a:latin typeface="Times New Roman"/>
                <a:ea typeface="Calibri"/>
                <a:cs typeface="Trebuchet MS"/>
              </a:rPr>
              <a:t>variety</a:t>
            </a:r>
            <a:r>
              <a:rPr sz="1600" spc="-47">
                <a:solidFill>
                  <a:srgbClr val="434343"/>
                </a:solidFill>
                <a:latin typeface="Times New Roman"/>
                <a:ea typeface="Calibri"/>
                <a:cs typeface="Trebuchet MS"/>
              </a:rPr>
              <a:t> </a:t>
            </a:r>
            <a:r>
              <a:rPr sz="1600" spc="-33">
                <a:solidFill>
                  <a:srgbClr val="434343"/>
                </a:solidFill>
                <a:latin typeface="Times New Roman"/>
                <a:ea typeface="Calibri"/>
                <a:cs typeface="Trebuchet MS"/>
              </a:rPr>
              <a:t>of </a:t>
            </a:r>
            <a:r>
              <a:rPr sz="1600" spc="67">
                <a:solidFill>
                  <a:srgbClr val="434343"/>
                </a:solidFill>
                <a:latin typeface="Times New Roman"/>
                <a:ea typeface="Calibri"/>
                <a:cs typeface="Trebuchet MS"/>
              </a:rPr>
              <a:t>questions</a:t>
            </a:r>
            <a:r>
              <a:rPr sz="1600" spc="-107">
                <a:solidFill>
                  <a:srgbClr val="434343"/>
                </a:solidFill>
                <a:latin typeface="Times New Roman"/>
                <a:ea typeface="Calibri"/>
                <a:cs typeface="Trebuchet MS"/>
              </a:rPr>
              <a:t> </a:t>
            </a:r>
            <a:r>
              <a:rPr sz="1600" spc="73">
                <a:solidFill>
                  <a:srgbClr val="434343"/>
                </a:solidFill>
                <a:latin typeface="Times New Roman"/>
                <a:ea typeface="Calibri"/>
                <a:cs typeface="Trebuchet MS"/>
              </a:rPr>
              <a:t>can</a:t>
            </a:r>
            <a:r>
              <a:rPr sz="1600" spc="-107">
                <a:solidFill>
                  <a:srgbClr val="434343"/>
                </a:solidFill>
                <a:latin typeface="Times New Roman"/>
                <a:ea typeface="Calibri"/>
                <a:cs typeface="Trebuchet MS"/>
              </a:rPr>
              <a:t> </a:t>
            </a:r>
            <a:r>
              <a:rPr sz="1600" spc="113">
                <a:solidFill>
                  <a:srgbClr val="434343"/>
                </a:solidFill>
                <a:latin typeface="Times New Roman"/>
                <a:ea typeface="Calibri"/>
                <a:cs typeface="Trebuchet MS"/>
              </a:rPr>
              <a:t>be</a:t>
            </a:r>
            <a:r>
              <a:rPr sz="1600" spc="-107">
                <a:solidFill>
                  <a:srgbClr val="434343"/>
                </a:solidFill>
                <a:latin typeface="Times New Roman"/>
                <a:ea typeface="Calibri"/>
                <a:cs typeface="Trebuchet MS"/>
              </a:rPr>
              <a:t> </a:t>
            </a:r>
            <a:r>
              <a:rPr sz="1600" spc="73">
                <a:solidFill>
                  <a:srgbClr val="434343"/>
                </a:solidFill>
                <a:latin typeface="Times New Roman"/>
                <a:ea typeface="Calibri"/>
                <a:cs typeface="Trebuchet MS"/>
              </a:rPr>
              <a:t>answered</a:t>
            </a:r>
            <a:endParaRPr lang="en-US" sz="1600">
              <a:latin typeface="Times New Roman"/>
              <a:ea typeface="Calibri"/>
              <a:cs typeface="Trebuchet MS"/>
            </a:endParaRPr>
          </a:p>
          <a:p>
            <a:pPr marL="342900" indent="-342900">
              <a:lnSpc>
                <a:spcPct val="100000"/>
              </a:lnSpc>
              <a:spcBef>
                <a:spcPts val="107"/>
              </a:spcBef>
              <a:buFont typeface="Courier New"/>
              <a:buChar char="o"/>
            </a:pPr>
            <a:endParaRPr sz="1600">
              <a:latin typeface="Times New Roman"/>
              <a:ea typeface="Calibri"/>
              <a:cs typeface="Trebuchet MS"/>
            </a:endParaRPr>
          </a:p>
          <a:p>
            <a:pPr marL="301625" marR="929005" indent="-285750">
              <a:lnSpc>
                <a:spcPct val="100699"/>
              </a:lnSpc>
              <a:spcBef>
                <a:spcPts val="7"/>
              </a:spcBef>
              <a:buFont typeface="Courier New"/>
              <a:buChar char="o"/>
              <a:tabLst>
                <a:tab pos="505447" algn="l"/>
              </a:tabLst>
            </a:pPr>
            <a:r>
              <a:rPr sz="1600" spc="-120">
                <a:solidFill>
                  <a:srgbClr val="434343"/>
                </a:solidFill>
                <a:latin typeface="Times New Roman"/>
                <a:ea typeface="Calibri"/>
                <a:cs typeface="Trebuchet MS"/>
              </a:rPr>
              <a:t>It</a:t>
            </a:r>
            <a:r>
              <a:rPr sz="1600" spc="-87">
                <a:solidFill>
                  <a:srgbClr val="434343"/>
                </a:solidFill>
                <a:latin typeface="Times New Roman"/>
                <a:ea typeface="Calibri"/>
                <a:cs typeface="Trebuchet MS"/>
              </a:rPr>
              <a:t> </a:t>
            </a:r>
            <a:r>
              <a:rPr sz="1600" spc="152">
                <a:solidFill>
                  <a:srgbClr val="434343"/>
                </a:solidFill>
                <a:latin typeface="Times New Roman"/>
                <a:ea typeface="Calibri"/>
                <a:cs typeface="Trebuchet MS"/>
              </a:rPr>
              <a:t>seems</a:t>
            </a:r>
            <a:r>
              <a:rPr sz="1600" spc="-80">
                <a:solidFill>
                  <a:srgbClr val="434343"/>
                </a:solidFill>
                <a:latin typeface="Times New Roman"/>
                <a:ea typeface="Calibri"/>
                <a:cs typeface="Trebuchet MS"/>
              </a:rPr>
              <a:t> </a:t>
            </a:r>
            <a:r>
              <a:rPr sz="1600">
                <a:solidFill>
                  <a:srgbClr val="434343"/>
                </a:solidFill>
                <a:latin typeface="Times New Roman"/>
                <a:ea typeface="Calibri"/>
                <a:cs typeface="Trebuchet MS"/>
              </a:rPr>
              <a:t>there</a:t>
            </a:r>
            <a:r>
              <a:rPr sz="1600" spc="-80">
                <a:solidFill>
                  <a:srgbClr val="434343"/>
                </a:solidFill>
                <a:latin typeface="Times New Roman"/>
                <a:ea typeface="Calibri"/>
                <a:cs typeface="Trebuchet MS"/>
              </a:rPr>
              <a:t> </a:t>
            </a:r>
            <a:r>
              <a:rPr sz="1600" spc="100">
                <a:solidFill>
                  <a:srgbClr val="434343"/>
                </a:solidFill>
                <a:latin typeface="Times New Roman"/>
                <a:ea typeface="Calibri"/>
                <a:cs typeface="Trebuchet MS"/>
              </a:rPr>
              <a:t>should</a:t>
            </a:r>
            <a:r>
              <a:rPr sz="1600" spc="-80">
                <a:solidFill>
                  <a:srgbClr val="434343"/>
                </a:solidFill>
                <a:latin typeface="Times New Roman"/>
                <a:ea typeface="Calibri"/>
                <a:cs typeface="Trebuchet MS"/>
              </a:rPr>
              <a:t> </a:t>
            </a:r>
            <a:r>
              <a:rPr sz="1600" spc="113">
                <a:solidFill>
                  <a:srgbClr val="434343"/>
                </a:solidFill>
                <a:latin typeface="Times New Roman"/>
                <a:ea typeface="Calibri"/>
                <a:cs typeface="Trebuchet MS"/>
              </a:rPr>
              <a:t>be</a:t>
            </a:r>
            <a:r>
              <a:rPr sz="1600" spc="-80">
                <a:solidFill>
                  <a:srgbClr val="434343"/>
                </a:solidFill>
                <a:latin typeface="Times New Roman"/>
                <a:ea typeface="Calibri"/>
                <a:cs typeface="Trebuchet MS"/>
              </a:rPr>
              <a:t> </a:t>
            </a:r>
            <a:r>
              <a:rPr sz="1600">
                <a:solidFill>
                  <a:srgbClr val="434343"/>
                </a:solidFill>
                <a:latin typeface="Times New Roman"/>
                <a:ea typeface="Calibri"/>
                <a:cs typeface="Trebuchet MS"/>
              </a:rPr>
              <a:t>a</a:t>
            </a:r>
            <a:r>
              <a:rPr sz="1600" spc="-80">
                <a:solidFill>
                  <a:srgbClr val="434343"/>
                </a:solidFill>
                <a:latin typeface="Times New Roman"/>
                <a:ea typeface="Calibri"/>
                <a:cs typeface="Trebuchet MS"/>
              </a:rPr>
              <a:t> </a:t>
            </a:r>
            <a:r>
              <a:rPr sz="1600" spc="73">
                <a:solidFill>
                  <a:srgbClr val="434343"/>
                </a:solidFill>
                <a:latin typeface="Times New Roman"/>
                <a:ea typeface="Calibri"/>
                <a:cs typeface="Trebuchet MS"/>
              </a:rPr>
              <a:t>strong</a:t>
            </a:r>
            <a:r>
              <a:rPr sz="1600" spc="-80">
                <a:solidFill>
                  <a:srgbClr val="434343"/>
                </a:solidFill>
                <a:latin typeface="Times New Roman"/>
                <a:ea typeface="Calibri"/>
                <a:cs typeface="Trebuchet MS"/>
              </a:rPr>
              <a:t> </a:t>
            </a:r>
            <a:r>
              <a:rPr sz="1600">
                <a:solidFill>
                  <a:srgbClr val="434343"/>
                </a:solidFill>
                <a:latin typeface="Times New Roman"/>
                <a:ea typeface="Calibri"/>
                <a:cs typeface="Trebuchet MS"/>
              </a:rPr>
              <a:t>relationship</a:t>
            </a:r>
            <a:r>
              <a:rPr sz="1600" spc="-80">
                <a:solidFill>
                  <a:srgbClr val="434343"/>
                </a:solidFill>
                <a:latin typeface="Times New Roman"/>
                <a:ea typeface="Calibri"/>
                <a:cs typeface="Trebuchet MS"/>
              </a:rPr>
              <a:t> </a:t>
            </a:r>
            <a:r>
              <a:rPr sz="1600" spc="67">
                <a:solidFill>
                  <a:srgbClr val="434343"/>
                </a:solidFill>
                <a:latin typeface="Times New Roman"/>
                <a:ea typeface="Calibri"/>
                <a:cs typeface="Trebuchet MS"/>
              </a:rPr>
              <a:t>between</a:t>
            </a:r>
            <a:r>
              <a:rPr sz="1600" spc="-80">
                <a:solidFill>
                  <a:srgbClr val="434343"/>
                </a:solidFill>
                <a:latin typeface="Times New Roman"/>
                <a:ea typeface="Calibri"/>
                <a:cs typeface="Trebuchet MS"/>
              </a:rPr>
              <a:t> </a:t>
            </a:r>
            <a:r>
              <a:rPr sz="1600" b="1" spc="80">
                <a:solidFill>
                  <a:srgbClr val="434343"/>
                </a:solidFill>
                <a:latin typeface="Times New Roman"/>
                <a:ea typeface="Calibri"/>
                <a:cs typeface="Trebuchet MS"/>
              </a:rPr>
              <a:t>scene-</a:t>
            </a:r>
            <a:r>
              <a:rPr sz="1600" b="1" spc="73">
                <a:solidFill>
                  <a:srgbClr val="434343"/>
                </a:solidFill>
                <a:latin typeface="Times New Roman"/>
                <a:ea typeface="Calibri"/>
                <a:cs typeface="Trebuchet MS"/>
              </a:rPr>
              <a:t>graph </a:t>
            </a:r>
            <a:r>
              <a:rPr sz="1600" b="1">
                <a:solidFill>
                  <a:srgbClr val="434343"/>
                </a:solidFill>
                <a:latin typeface="Times New Roman"/>
                <a:ea typeface="Calibri"/>
                <a:cs typeface="Trebuchet MS"/>
              </a:rPr>
              <a:t>generation</a:t>
            </a:r>
            <a:r>
              <a:rPr sz="1600" b="1" spc="127">
                <a:solidFill>
                  <a:srgbClr val="434343"/>
                </a:solidFill>
                <a:latin typeface="Times New Roman"/>
                <a:ea typeface="Calibri"/>
                <a:cs typeface="Trebuchet MS"/>
              </a:rPr>
              <a:t> </a:t>
            </a:r>
            <a:r>
              <a:rPr sz="1600" spc="-113">
                <a:solidFill>
                  <a:srgbClr val="434343"/>
                </a:solidFill>
                <a:latin typeface="Times New Roman"/>
                <a:ea typeface="Calibri"/>
                <a:cs typeface="Trebuchet MS"/>
              </a:rPr>
              <a:t>&amp;</a:t>
            </a:r>
            <a:r>
              <a:rPr sz="1600" spc="127">
                <a:solidFill>
                  <a:srgbClr val="434343"/>
                </a:solidFill>
                <a:latin typeface="Times New Roman"/>
                <a:ea typeface="Calibri"/>
                <a:cs typeface="Trebuchet MS"/>
              </a:rPr>
              <a:t> </a:t>
            </a:r>
            <a:r>
              <a:rPr sz="1600" b="1">
                <a:solidFill>
                  <a:srgbClr val="434343"/>
                </a:solidFill>
                <a:latin typeface="Times New Roman"/>
                <a:ea typeface="Calibri"/>
                <a:cs typeface="Trebuchet MS"/>
              </a:rPr>
              <a:t>caption</a:t>
            </a:r>
            <a:r>
              <a:rPr sz="1600" b="1" spc="73">
                <a:solidFill>
                  <a:srgbClr val="434343"/>
                </a:solidFill>
                <a:latin typeface="Times New Roman"/>
                <a:ea typeface="Calibri"/>
                <a:cs typeface="Trebuchet MS"/>
              </a:rPr>
              <a:t> </a:t>
            </a:r>
            <a:r>
              <a:rPr sz="1600" b="1" spc="-13">
                <a:solidFill>
                  <a:srgbClr val="434343"/>
                </a:solidFill>
                <a:latin typeface="Times New Roman"/>
                <a:ea typeface="Calibri"/>
                <a:cs typeface="Trebuchet MS"/>
              </a:rPr>
              <a:t>generation</a:t>
            </a:r>
            <a:r>
              <a:rPr sz="1600" spc="-13">
                <a:solidFill>
                  <a:srgbClr val="434343"/>
                </a:solidFill>
                <a:latin typeface="Times New Roman"/>
                <a:ea typeface="Calibri"/>
                <a:cs typeface="Trebuchet MS"/>
              </a:rPr>
              <a:t>.</a:t>
            </a:r>
            <a:endParaRPr lang="en-US" sz="1600">
              <a:solidFill>
                <a:srgbClr val="000000"/>
              </a:solidFill>
              <a:latin typeface="Times New Roman"/>
              <a:ea typeface="Calibri"/>
              <a:cs typeface="Trebuchet MS"/>
            </a:endParaRPr>
          </a:p>
          <a:p>
            <a:pPr marL="758825" marR="929005" lvl="1" indent="-285750">
              <a:lnSpc>
                <a:spcPct val="100699"/>
              </a:lnSpc>
              <a:spcBef>
                <a:spcPts val="7"/>
              </a:spcBef>
              <a:buFont typeface="Courier New"/>
              <a:buChar char="o"/>
              <a:tabLst>
                <a:tab pos="505447" algn="l"/>
              </a:tabLst>
            </a:pPr>
            <a:r>
              <a:rPr sz="1600" spc="80">
                <a:solidFill>
                  <a:srgbClr val="434343"/>
                </a:solidFill>
                <a:latin typeface="Times New Roman"/>
                <a:ea typeface="Calibri"/>
                <a:cs typeface="Trebuchet MS"/>
              </a:rPr>
              <a:t>Then</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the</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benefits</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of</a:t>
            </a:r>
            <a:r>
              <a:rPr sz="1600" spc="-47">
                <a:solidFill>
                  <a:srgbClr val="434343"/>
                </a:solidFill>
                <a:latin typeface="Times New Roman"/>
                <a:ea typeface="Calibri"/>
                <a:cs typeface="Trebuchet MS"/>
              </a:rPr>
              <a:t> </a:t>
            </a:r>
            <a:r>
              <a:rPr sz="1600" spc="193">
                <a:solidFill>
                  <a:srgbClr val="434343"/>
                </a:solidFill>
                <a:latin typeface="Times New Roman"/>
                <a:ea typeface="Calibri"/>
                <a:cs typeface="Trebuchet MS"/>
              </a:rPr>
              <a:t>SG</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generation</a:t>
            </a:r>
            <a:r>
              <a:rPr sz="1600" spc="-53">
                <a:solidFill>
                  <a:srgbClr val="434343"/>
                </a:solidFill>
                <a:latin typeface="Times New Roman"/>
                <a:ea typeface="Calibri"/>
                <a:cs typeface="Trebuchet MS"/>
              </a:rPr>
              <a:t> </a:t>
            </a:r>
            <a:r>
              <a:rPr sz="1600" spc="120">
                <a:solidFill>
                  <a:srgbClr val="434343"/>
                </a:solidFill>
                <a:latin typeface="Times New Roman"/>
                <a:ea typeface="Calibri"/>
                <a:cs typeface="Trebuchet MS"/>
              </a:rPr>
              <a:t>we</a:t>
            </a:r>
            <a:r>
              <a:rPr sz="1600" spc="-47">
                <a:solidFill>
                  <a:srgbClr val="434343"/>
                </a:solidFill>
                <a:latin typeface="Times New Roman"/>
                <a:ea typeface="Calibri"/>
                <a:cs typeface="Trebuchet MS"/>
              </a:rPr>
              <a:t> </a:t>
            </a:r>
            <a:r>
              <a:rPr sz="1600" spc="133">
                <a:solidFill>
                  <a:srgbClr val="434343"/>
                </a:solidFill>
                <a:latin typeface="Times New Roman"/>
                <a:ea typeface="Calibri"/>
                <a:cs typeface="Trebuchet MS"/>
              </a:rPr>
              <a:t>saw</a:t>
            </a:r>
            <a:r>
              <a:rPr sz="1600" spc="-53">
                <a:solidFill>
                  <a:srgbClr val="434343"/>
                </a:solidFill>
                <a:latin typeface="Times New Roman"/>
                <a:ea typeface="Calibri"/>
                <a:cs typeface="Trebuchet MS"/>
              </a:rPr>
              <a:t> </a:t>
            </a:r>
            <a:r>
              <a:rPr sz="1600">
                <a:solidFill>
                  <a:srgbClr val="434343"/>
                </a:solidFill>
                <a:latin typeface="Times New Roman"/>
                <a:ea typeface="Calibri"/>
                <a:cs typeface="Trebuchet MS"/>
              </a:rPr>
              <a:t>last</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time</a:t>
            </a:r>
            <a:r>
              <a:rPr sz="1600" spc="-47">
                <a:solidFill>
                  <a:srgbClr val="434343"/>
                </a:solidFill>
                <a:latin typeface="Times New Roman"/>
                <a:ea typeface="Calibri"/>
                <a:cs typeface="Trebuchet MS"/>
              </a:rPr>
              <a:t> </a:t>
            </a:r>
            <a:r>
              <a:rPr sz="1600">
                <a:solidFill>
                  <a:srgbClr val="434343"/>
                </a:solidFill>
                <a:latin typeface="Times New Roman"/>
                <a:ea typeface="Calibri"/>
                <a:cs typeface="Trebuchet MS"/>
              </a:rPr>
              <a:t>(image</a:t>
            </a:r>
            <a:r>
              <a:rPr sz="1600" spc="-53">
                <a:solidFill>
                  <a:srgbClr val="434343"/>
                </a:solidFill>
                <a:latin typeface="Times New Roman"/>
                <a:ea typeface="Calibri"/>
                <a:cs typeface="Trebuchet MS"/>
              </a:rPr>
              <a:t> </a:t>
            </a:r>
            <a:r>
              <a:rPr sz="1600" spc="-33">
                <a:solidFill>
                  <a:srgbClr val="434343"/>
                </a:solidFill>
                <a:latin typeface="Times New Roman"/>
                <a:ea typeface="Calibri"/>
                <a:cs typeface="Trebuchet MS"/>
              </a:rPr>
              <a:t>retrieval</a:t>
            </a:r>
            <a:r>
              <a:rPr sz="1600" spc="-47">
                <a:solidFill>
                  <a:srgbClr val="434343"/>
                </a:solidFill>
                <a:latin typeface="Times New Roman"/>
                <a:ea typeface="Calibri"/>
                <a:cs typeface="Trebuchet MS"/>
              </a:rPr>
              <a:t> </a:t>
            </a:r>
            <a:r>
              <a:rPr sz="1600" spc="-40">
                <a:solidFill>
                  <a:srgbClr val="434343"/>
                </a:solidFill>
                <a:latin typeface="Times New Roman"/>
                <a:ea typeface="Calibri"/>
                <a:cs typeface="Trebuchet MS"/>
              </a:rPr>
              <a:t>etc.) </a:t>
            </a:r>
            <a:r>
              <a:rPr sz="1600" spc="73">
                <a:solidFill>
                  <a:srgbClr val="434343"/>
                </a:solidFill>
                <a:latin typeface="Times New Roman"/>
                <a:ea typeface="Calibri"/>
                <a:cs typeface="Trebuchet MS"/>
              </a:rPr>
              <a:t>can</a:t>
            </a:r>
            <a:r>
              <a:rPr sz="1600" spc="-107">
                <a:solidFill>
                  <a:srgbClr val="434343"/>
                </a:solidFill>
                <a:latin typeface="Times New Roman"/>
                <a:ea typeface="Calibri"/>
                <a:cs typeface="Trebuchet MS"/>
              </a:rPr>
              <a:t> </a:t>
            </a:r>
            <a:r>
              <a:rPr sz="1600" spc="113">
                <a:solidFill>
                  <a:srgbClr val="434343"/>
                </a:solidFill>
                <a:latin typeface="Times New Roman"/>
                <a:ea typeface="Calibri"/>
                <a:cs typeface="Trebuchet MS"/>
              </a:rPr>
              <a:t>be</a:t>
            </a:r>
            <a:r>
              <a:rPr sz="1600" spc="-107">
                <a:solidFill>
                  <a:srgbClr val="434343"/>
                </a:solidFill>
                <a:latin typeface="Times New Roman"/>
                <a:ea typeface="Calibri"/>
                <a:cs typeface="Trebuchet MS"/>
              </a:rPr>
              <a:t> </a:t>
            </a:r>
            <a:r>
              <a:rPr sz="1600" spc="67">
                <a:solidFill>
                  <a:srgbClr val="434343"/>
                </a:solidFill>
                <a:latin typeface="Times New Roman"/>
                <a:ea typeface="Calibri"/>
                <a:cs typeface="Trebuchet MS"/>
              </a:rPr>
              <a:t>gained</a:t>
            </a:r>
            <a:endParaRPr sz="1600">
              <a:latin typeface="Times New Roman"/>
              <a:ea typeface="Calibri"/>
              <a:cs typeface="Trebuchet MS"/>
            </a:endParaRPr>
          </a:p>
          <a:p>
            <a:pPr marL="342900" indent="-342900">
              <a:lnSpc>
                <a:spcPct val="100000"/>
              </a:lnSpc>
              <a:spcBef>
                <a:spcPts val="127"/>
              </a:spcBef>
              <a:buFont typeface="Courier New"/>
              <a:buChar char="o"/>
            </a:pPr>
            <a:endParaRPr sz="1600">
              <a:latin typeface="Times New Roman"/>
              <a:ea typeface="Calibri"/>
              <a:cs typeface="Trebuchet MS"/>
            </a:endParaRPr>
          </a:p>
          <a:p>
            <a:pPr marL="302260" indent="-285750">
              <a:lnSpc>
                <a:spcPct val="100000"/>
              </a:lnSpc>
              <a:spcBef>
                <a:spcPts val="7"/>
              </a:spcBef>
              <a:buFont typeface="Courier New"/>
              <a:buChar char="o"/>
              <a:tabLst>
                <a:tab pos="505447" algn="l"/>
              </a:tabLst>
            </a:pPr>
            <a:r>
              <a:rPr sz="1600" b="1" spc="113">
                <a:solidFill>
                  <a:srgbClr val="434343"/>
                </a:solidFill>
                <a:latin typeface="Times New Roman"/>
                <a:ea typeface="Calibri"/>
                <a:cs typeface="Trebuchet MS"/>
              </a:rPr>
              <a:t>Long</a:t>
            </a:r>
            <a:r>
              <a:rPr sz="1600" b="1" spc="13">
                <a:solidFill>
                  <a:srgbClr val="434343"/>
                </a:solidFill>
                <a:latin typeface="Times New Roman"/>
                <a:ea typeface="Calibri"/>
                <a:cs typeface="Trebuchet MS"/>
              </a:rPr>
              <a:t> </a:t>
            </a:r>
            <a:r>
              <a:rPr sz="1600" b="1">
                <a:solidFill>
                  <a:srgbClr val="434343"/>
                </a:solidFill>
                <a:latin typeface="Times New Roman"/>
                <a:ea typeface="Calibri"/>
                <a:cs typeface="Trebuchet MS"/>
              </a:rPr>
              <a:t>term</a:t>
            </a:r>
            <a:r>
              <a:rPr sz="1600" b="1" spc="67">
                <a:solidFill>
                  <a:srgbClr val="434343"/>
                </a:solidFill>
                <a:latin typeface="Times New Roman"/>
                <a:ea typeface="Calibri"/>
                <a:cs typeface="Trebuchet MS"/>
              </a:rPr>
              <a:t> </a:t>
            </a:r>
            <a:r>
              <a:rPr sz="1600" spc="100">
                <a:solidFill>
                  <a:srgbClr val="434343"/>
                </a:solidFill>
                <a:latin typeface="Times New Roman"/>
                <a:ea typeface="Calibri"/>
                <a:cs typeface="Trebuchet MS"/>
              </a:rPr>
              <a:t>goal</a:t>
            </a:r>
            <a:r>
              <a:rPr sz="1600" spc="67">
                <a:solidFill>
                  <a:srgbClr val="434343"/>
                </a:solidFill>
                <a:latin typeface="Times New Roman"/>
                <a:ea typeface="Calibri"/>
                <a:cs typeface="Trebuchet MS"/>
              </a:rPr>
              <a:t> </a:t>
            </a:r>
            <a:r>
              <a:rPr sz="1600" spc="80">
                <a:solidFill>
                  <a:srgbClr val="434343"/>
                </a:solidFill>
                <a:latin typeface="Times New Roman"/>
                <a:ea typeface="Calibri"/>
                <a:cs typeface="Trebuchet MS"/>
              </a:rPr>
              <a:t>perhaps</a:t>
            </a:r>
            <a:r>
              <a:rPr sz="1600" spc="67">
                <a:solidFill>
                  <a:srgbClr val="434343"/>
                </a:solidFill>
                <a:latin typeface="Times New Roman"/>
                <a:ea typeface="Calibri"/>
                <a:cs typeface="Trebuchet MS"/>
              </a:rPr>
              <a:t> </a:t>
            </a:r>
            <a:r>
              <a:rPr sz="1600" b="1">
                <a:solidFill>
                  <a:srgbClr val="434343"/>
                </a:solidFill>
                <a:latin typeface="Times New Roman"/>
                <a:ea typeface="Calibri"/>
                <a:cs typeface="Trebuchet MS"/>
              </a:rPr>
              <a:t>commentary</a:t>
            </a:r>
            <a:r>
              <a:rPr sz="1600" b="1" spc="73">
                <a:solidFill>
                  <a:srgbClr val="434343"/>
                </a:solidFill>
                <a:latin typeface="Times New Roman"/>
                <a:ea typeface="Calibri"/>
                <a:cs typeface="Trebuchet MS"/>
              </a:rPr>
              <a:t> </a:t>
            </a:r>
            <a:r>
              <a:rPr sz="1600" spc="100">
                <a:solidFill>
                  <a:srgbClr val="434343"/>
                </a:solidFill>
                <a:latin typeface="Times New Roman"/>
                <a:ea typeface="Calibri"/>
                <a:cs typeface="Trebuchet MS"/>
              </a:rPr>
              <a:t>on</a:t>
            </a:r>
            <a:r>
              <a:rPr sz="1600" spc="67">
                <a:solidFill>
                  <a:srgbClr val="434343"/>
                </a:solidFill>
                <a:latin typeface="Times New Roman"/>
                <a:ea typeface="Calibri"/>
                <a:cs typeface="Trebuchet MS"/>
              </a:rPr>
              <a:t> </a:t>
            </a:r>
            <a:r>
              <a:rPr sz="1600">
                <a:solidFill>
                  <a:srgbClr val="434343"/>
                </a:solidFill>
                <a:latin typeface="Times New Roman"/>
                <a:ea typeface="Calibri"/>
                <a:cs typeface="Trebuchet MS"/>
              </a:rPr>
              <a:t>a</a:t>
            </a:r>
            <a:r>
              <a:rPr sz="1600" spc="67">
                <a:solidFill>
                  <a:srgbClr val="434343"/>
                </a:solidFill>
                <a:latin typeface="Times New Roman"/>
                <a:ea typeface="Calibri"/>
                <a:cs typeface="Trebuchet MS"/>
              </a:rPr>
              <a:t> </a:t>
            </a:r>
            <a:r>
              <a:rPr sz="1600">
                <a:solidFill>
                  <a:srgbClr val="434343"/>
                </a:solidFill>
                <a:latin typeface="Times New Roman"/>
                <a:ea typeface="Calibri"/>
                <a:cs typeface="Trebuchet MS"/>
              </a:rPr>
              <a:t>video</a:t>
            </a:r>
            <a:r>
              <a:rPr sz="1600" spc="67">
                <a:solidFill>
                  <a:srgbClr val="434343"/>
                </a:solidFill>
                <a:latin typeface="Times New Roman"/>
                <a:ea typeface="Calibri"/>
                <a:cs typeface="Trebuchet MS"/>
              </a:rPr>
              <a:t> </a:t>
            </a:r>
            <a:r>
              <a:rPr sz="1600">
                <a:solidFill>
                  <a:srgbClr val="434343"/>
                </a:solidFill>
                <a:latin typeface="Times New Roman"/>
                <a:ea typeface="Calibri"/>
                <a:cs typeface="Trebuchet MS"/>
              </a:rPr>
              <a:t>frame-by-</a:t>
            </a:r>
            <a:r>
              <a:rPr sz="1600" spc="-13">
                <a:solidFill>
                  <a:srgbClr val="434343"/>
                </a:solidFill>
                <a:latin typeface="Times New Roman"/>
                <a:ea typeface="Calibri"/>
                <a:cs typeface="Trebuchet MS"/>
              </a:rPr>
              <a:t>frame</a:t>
            </a:r>
            <a:endParaRPr sz="1600">
              <a:latin typeface="Times New Roman"/>
              <a:ea typeface="Calibri"/>
              <a:cs typeface="Trebuchet MS"/>
            </a:endParaRPr>
          </a:p>
        </p:txBody>
      </p:sp>
      <p:sp>
        <p:nvSpPr>
          <p:cNvPr id="5" name="TextBox 4">
            <a:extLst>
              <a:ext uri="{FF2B5EF4-FFF2-40B4-BE49-F238E27FC236}">
                <a16:creationId xmlns:a16="http://schemas.microsoft.com/office/drawing/2014/main" id="{8977E1DC-C460-973F-8A59-B111D87060CC}"/>
              </a:ext>
            </a:extLst>
          </p:cNvPr>
          <p:cNvSpPr txBox="1"/>
          <p:nvPr/>
        </p:nvSpPr>
        <p:spPr>
          <a:xfrm>
            <a:off x="391018" y="6559830"/>
            <a:ext cx="1398390" cy="287198"/>
          </a:xfrm>
          <a:prstGeom prst="rect">
            <a:avLst/>
          </a:prstGeom>
          <a:solidFill>
            <a:schemeClr val="accent3">
              <a:lumMod val="60000"/>
              <a:lumOff val="40000"/>
            </a:schemeClr>
          </a:solid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77798650-BDD5-68A1-AF54-4400047252CD}"/>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9" name="TextBox 8">
            <a:extLst>
              <a:ext uri="{FF2B5EF4-FFF2-40B4-BE49-F238E27FC236}">
                <a16:creationId xmlns:a16="http://schemas.microsoft.com/office/drawing/2014/main" id="{EBE64ED1-6AE3-DC26-EC27-D25F13D36133}"/>
              </a:ext>
            </a:extLst>
          </p:cNvPr>
          <p:cNvSpPr txBox="1"/>
          <p:nvPr/>
        </p:nvSpPr>
        <p:spPr>
          <a:xfrm>
            <a:off x="3876878" y="6549538"/>
            <a:ext cx="139839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11" name="TextBox 10">
            <a:extLst>
              <a:ext uri="{FF2B5EF4-FFF2-40B4-BE49-F238E27FC236}">
                <a16:creationId xmlns:a16="http://schemas.microsoft.com/office/drawing/2014/main" id="{0A7AF60E-BFC3-FB2F-763C-2E6E5125426E}"/>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3" name="TextBox 12">
            <a:extLst>
              <a:ext uri="{FF2B5EF4-FFF2-40B4-BE49-F238E27FC236}">
                <a16:creationId xmlns:a16="http://schemas.microsoft.com/office/drawing/2014/main" id="{8E1E6E0B-D5EE-4EF9-3C17-058D16F4DE20}"/>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5" name="TextBox 14">
            <a:extLst>
              <a:ext uri="{FF2B5EF4-FFF2-40B4-BE49-F238E27FC236}">
                <a16:creationId xmlns:a16="http://schemas.microsoft.com/office/drawing/2014/main" id="{0B67DA92-A98A-00F6-2F87-7F9648E5572E}"/>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1D207-EF25-D908-89FF-3403B75D3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979F8-A8F7-A154-5E7A-1C534E38E6A4}"/>
              </a:ext>
            </a:extLst>
          </p:cNvPr>
          <p:cNvSpPr>
            <a:spLocks noGrp="1"/>
          </p:cNvSpPr>
          <p:nvPr>
            <p:ph type="title"/>
          </p:nvPr>
        </p:nvSpPr>
        <p:spPr>
          <a:xfrm>
            <a:off x="1646080" y="759655"/>
            <a:ext cx="9463880" cy="886265"/>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r>
              <a:rPr lang="en-US">
                <a:latin typeface="Calibri"/>
                <a:ea typeface="Calibri"/>
                <a:cs typeface="Calibri"/>
              </a:rPr>
              <a:t>Why it is important</a:t>
            </a:r>
            <a:endParaRPr lang="en-US">
              <a:ea typeface="Calibri"/>
              <a:cs typeface="Calibri"/>
            </a:endParaRPr>
          </a:p>
          <a:p>
            <a:pPr>
              <a:lnSpc>
                <a:spcPct val="90000"/>
              </a:lnSpc>
              <a:spcBef>
                <a:spcPct val="20000"/>
              </a:spcBef>
            </a:pPr>
            <a:endParaRPr lang="en-US">
              <a:ea typeface="Calibri"/>
              <a:cs typeface="Calibri"/>
            </a:endParaRPr>
          </a:p>
          <a:p>
            <a:endParaRPr lang="en-US">
              <a:latin typeface="Georgia Pro"/>
              <a:ea typeface="Calibri"/>
              <a:cs typeface="Calibri"/>
            </a:endParaRPr>
          </a:p>
        </p:txBody>
      </p:sp>
      <p:sp>
        <p:nvSpPr>
          <p:cNvPr id="5" name="TextBox 4">
            <a:extLst>
              <a:ext uri="{FF2B5EF4-FFF2-40B4-BE49-F238E27FC236}">
                <a16:creationId xmlns:a16="http://schemas.microsoft.com/office/drawing/2014/main" id="{675C72C7-F5AE-0459-A308-9480F4F27F34}"/>
              </a:ext>
            </a:extLst>
          </p:cNvPr>
          <p:cNvSpPr txBox="1"/>
          <p:nvPr/>
        </p:nvSpPr>
        <p:spPr>
          <a:xfrm>
            <a:off x="391018" y="6559830"/>
            <a:ext cx="1398390" cy="287198"/>
          </a:xfrm>
          <a:prstGeom prst="rect">
            <a:avLst/>
          </a:prstGeom>
          <a:solidFill>
            <a:schemeClr val="accent3">
              <a:lumMod val="60000"/>
              <a:lumOff val="40000"/>
            </a:schemeClr>
          </a:solid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D4CC9DDB-B7E1-F27D-B90D-6EABC437BD39}"/>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62308912-4410-A679-8426-9F2AA29DA05B}"/>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AFA444DB-5B04-A419-3903-3A15899F5315}"/>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BDA41F41-3302-76E8-5AAA-FA0FFFA093D2}"/>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DFF228D1-572D-7556-D5AA-607DA6EC58CA}"/>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pic>
        <p:nvPicPr>
          <p:cNvPr id="6" name="Picture 5" descr="A close-up of several objects&#10;&#10;Description automatically generated">
            <a:extLst>
              <a:ext uri="{FF2B5EF4-FFF2-40B4-BE49-F238E27FC236}">
                <a16:creationId xmlns:a16="http://schemas.microsoft.com/office/drawing/2014/main" id="{5901A870-8624-3F6D-1C0F-99209D731F20}"/>
              </a:ext>
            </a:extLst>
          </p:cNvPr>
          <p:cNvPicPr>
            <a:picLocks noChangeAspect="1"/>
          </p:cNvPicPr>
          <p:nvPr/>
        </p:nvPicPr>
        <p:blipFill>
          <a:blip r:embed="rId2"/>
          <a:stretch>
            <a:fillRect/>
          </a:stretch>
        </p:blipFill>
        <p:spPr>
          <a:xfrm>
            <a:off x="655320" y="2087879"/>
            <a:ext cx="10926900" cy="2698317"/>
          </a:xfrm>
          <a:prstGeom prst="rect">
            <a:avLst/>
          </a:prstGeom>
        </p:spPr>
      </p:pic>
      <p:sp>
        <p:nvSpPr>
          <p:cNvPr id="13" name="TextBox 12">
            <a:extLst>
              <a:ext uri="{FF2B5EF4-FFF2-40B4-BE49-F238E27FC236}">
                <a16:creationId xmlns:a16="http://schemas.microsoft.com/office/drawing/2014/main" id="{D7414938-46EF-9AA3-FC31-A96F85254190}"/>
              </a:ext>
            </a:extLst>
          </p:cNvPr>
          <p:cNvSpPr txBox="1"/>
          <p:nvPr/>
        </p:nvSpPr>
        <p:spPr>
          <a:xfrm>
            <a:off x="609780" y="4786196"/>
            <a:ext cx="11138368" cy="215444"/>
          </a:xfrm>
          <a:prstGeom prst="rect">
            <a:avLst/>
          </a:prstGeom>
          <a:noFill/>
        </p:spPr>
        <p:txBody>
          <a:bodyPr wrap="square">
            <a:spAutoFit/>
          </a:bodyPr>
          <a:lstStyle/>
          <a:p>
            <a:pPr algn="ctr"/>
            <a:r>
              <a:rPr lang="en-US" sz="800">
                <a:latin typeface="Times New Roman" panose="02020603050405020304" pitchFamily="18" charset="0"/>
                <a:cs typeface="Times New Roman" panose="02020603050405020304" pitchFamily="18" charset="0"/>
              </a:rPr>
              <a:t>Nayak, Shravan, Kanishk Jain, Rabiul Awal, Siva Reddy, Sjoerd Van </a:t>
            </a:r>
            <a:r>
              <a:rPr lang="en-US" sz="800" err="1">
                <a:latin typeface="Times New Roman" panose="02020603050405020304" pitchFamily="18" charset="0"/>
                <a:cs typeface="Times New Roman" panose="02020603050405020304" pitchFamily="18" charset="0"/>
              </a:rPr>
              <a:t>Steenkiste</a:t>
            </a:r>
            <a:r>
              <a:rPr lang="en-US" sz="800">
                <a:latin typeface="Times New Roman" panose="02020603050405020304" pitchFamily="18" charset="0"/>
                <a:cs typeface="Times New Roman" panose="02020603050405020304" pitchFamily="18" charset="0"/>
              </a:rPr>
              <a:t>, Lisa Anne Hendricks, and Aishwarya Agrawal. "Benchmarking vision language models for cultural understanding." </a:t>
            </a:r>
            <a:r>
              <a:rPr lang="en-US" sz="800" err="1">
                <a:latin typeface="Times New Roman" panose="02020603050405020304" pitchFamily="18" charset="0"/>
                <a:cs typeface="Times New Roman" panose="02020603050405020304" pitchFamily="18" charset="0"/>
              </a:rPr>
              <a:t>arXiv</a:t>
            </a:r>
            <a:r>
              <a:rPr lang="en-US" sz="800">
                <a:latin typeface="Times New Roman" panose="02020603050405020304" pitchFamily="18" charset="0"/>
                <a:cs typeface="Times New Roman" panose="02020603050405020304" pitchFamily="18" charset="0"/>
              </a:rPr>
              <a:t> preprint arXiv:2407.10920 (2024).</a:t>
            </a:r>
          </a:p>
        </p:txBody>
      </p:sp>
    </p:spTree>
    <p:extLst>
      <p:ext uri="{BB962C8B-B14F-4D97-AF65-F5344CB8AC3E}">
        <p14:creationId xmlns:p14="http://schemas.microsoft.com/office/powerpoint/2010/main" val="422853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0F18F-61B8-5761-2E42-CB58DCEB5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12E1-2102-7B95-530A-9DDE367458A8}"/>
              </a:ext>
            </a:extLst>
          </p:cNvPr>
          <p:cNvSpPr>
            <a:spLocks noGrp="1"/>
          </p:cNvSpPr>
          <p:nvPr>
            <p:ph type="title"/>
          </p:nvPr>
        </p:nvSpPr>
        <p:spPr>
          <a:xfrm>
            <a:off x="609600" y="274638"/>
            <a:ext cx="10972800" cy="737420"/>
          </a:xfrm>
        </p:spPr>
        <p:txBody>
          <a:bodyPr vert="horz" lIns="91440" tIns="45720" rIns="91440" bIns="45720" rtlCol="0" anchor="ctr">
            <a:noAutofit/>
          </a:bodyPr>
          <a:lstStyle/>
          <a:p>
            <a:br>
              <a:rPr lang="en-US">
                <a:ea typeface="+mj-lt"/>
                <a:cs typeface="+mj-lt"/>
              </a:rPr>
            </a:br>
            <a:br>
              <a:rPr lang="en-US">
                <a:ea typeface="+mj-lt"/>
                <a:cs typeface="+mj-lt"/>
              </a:rPr>
            </a:br>
            <a:r>
              <a:rPr lang="en-US">
                <a:ea typeface="+mj-lt"/>
                <a:cs typeface="+mj-lt"/>
              </a:rPr>
              <a:t>Sample of Existing Dataset Challenges</a:t>
            </a:r>
            <a:endParaRPr lang="en-US"/>
          </a:p>
          <a:p>
            <a:pPr>
              <a:lnSpc>
                <a:spcPct val="90000"/>
              </a:lnSpc>
              <a:spcBef>
                <a:spcPct val="20000"/>
              </a:spcBef>
            </a:pPr>
            <a:endParaRPr lang="en-US">
              <a:ea typeface="Calibri"/>
              <a:cs typeface="Calibri"/>
            </a:endParaRPr>
          </a:p>
          <a:p>
            <a:endParaRPr lang="en-US">
              <a:latin typeface="Georgia Pro"/>
              <a:ea typeface="Calibri"/>
              <a:cs typeface="Calibri"/>
            </a:endParaRPr>
          </a:p>
        </p:txBody>
      </p:sp>
      <p:sp>
        <p:nvSpPr>
          <p:cNvPr id="5" name="TextBox 4">
            <a:extLst>
              <a:ext uri="{FF2B5EF4-FFF2-40B4-BE49-F238E27FC236}">
                <a16:creationId xmlns:a16="http://schemas.microsoft.com/office/drawing/2014/main" id="{8C89B6F8-9C4E-22AD-657F-06C434601D6A}"/>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8B177A93-F59F-7C07-F2C8-1978323210A0}"/>
              </a:ext>
            </a:extLst>
          </p:cNvPr>
          <p:cNvSpPr txBox="1"/>
          <p:nvPr/>
        </p:nvSpPr>
        <p:spPr>
          <a:xfrm>
            <a:off x="2150203" y="6559828"/>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D01EB85C-4375-F629-396B-55AB7D9FC382}"/>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BCDF9F59-B268-9EE6-4F4D-77A3D4479C2E}"/>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220813B2-2810-24E1-9452-413F4CA56BED}"/>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F64D5B11-5D15-4C75-228D-EB16611AB26C}"/>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pic>
        <p:nvPicPr>
          <p:cNvPr id="16" name="Picture 15" descr="A table with numbers and text&#10;&#10;AI-generated content may be incorrect.">
            <a:extLst>
              <a:ext uri="{FF2B5EF4-FFF2-40B4-BE49-F238E27FC236}">
                <a16:creationId xmlns:a16="http://schemas.microsoft.com/office/drawing/2014/main" id="{A1203601-C12E-C331-2737-67B716F8FE38}"/>
              </a:ext>
            </a:extLst>
          </p:cNvPr>
          <p:cNvPicPr>
            <a:picLocks noChangeAspect="1"/>
          </p:cNvPicPr>
          <p:nvPr/>
        </p:nvPicPr>
        <p:blipFill>
          <a:blip r:embed="rId2"/>
          <a:stretch>
            <a:fillRect/>
          </a:stretch>
        </p:blipFill>
        <p:spPr>
          <a:xfrm>
            <a:off x="1731505" y="1204448"/>
            <a:ext cx="8458601" cy="4461390"/>
          </a:xfrm>
          <a:prstGeom prst="rect">
            <a:avLst/>
          </a:prstGeom>
        </p:spPr>
      </p:pic>
      <p:sp>
        <p:nvSpPr>
          <p:cNvPr id="17" name="TextBox 16">
            <a:extLst>
              <a:ext uri="{FF2B5EF4-FFF2-40B4-BE49-F238E27FC236}">
                <a16:creationId xmlns:a16="http://schemas.microsoft.com/office/drawing/2014/main" id="{025C4705-8E7A-6CFE-C7F7-30E6DCDE867E}"/>
              </a:ext>
            </a:extLst>
          </p:cNvPr>
          <p:cNvSpPr txBox="1"/>
          <p:nvPr/>
        </p:nvSpPr>
        <p:spPr>
          <a:xfrm>
            <a:off x="1983659" y="5769077"/>
            <a:ext cx="976097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Stefanini et al. From Show to Tell: A Survey on Deep Learning-based Image Captioning. </a:t>
            </a:r>
            <a:r>
              <a:rPr lang="en-US" sz="1400" err="1"/>
              <a:t>arXiv</a:t>
            </a:r>
            <a:r>
              <a:rPr lang="en-US" sz="1400"/>
              <a:t> 2021</a:t>
            </a:r>
            <a:endParaRPr lang="en-US" sz="1400">
              <a:ea typeface="Calibri"/>
              <a:cs typeface="Calibri"/>
            </a:endParaRPr>
          </a:p>
        </p:txBody>
      </p:sp>
      <p:pic>
        <p:nvPicPr>
          <p:cNvPr id="18" name="Picture 17" descr="A table with numbers and text&#10;&#10;AI-generated content may be incorrect.">
            <a:extLst>
              <a:ext uri="{FF2B5EF4-FFF2-40B4-BE49-F238E27FC236}">
                <a16:creationId xmlns:a16="http://schemas.microsoft.com/office/drawing/2014/main" id="{75511F23-93AB-2484-BCD3-A681E3A1BB25}"/>
              </a:ext>
            </a:extLst>
          </p:cNvPr>
          <p:cNvPicPr>
            <a:picLocks noChangeAspect="1"/>
          </p:cNvPicPr>
          <p:nvPr/>
        </p:nvPicPr>
        <p:blipFill>
          <a:blip r:embed="rId2"/>
          <a:srcRect l="-290" t="25069" r="435" b="68044"/>
          <a:stretch/>
        </p:blipFill>
        <p:spPr>
          <a:xfrm>
            <a:off x="1756086" y="2335156"/>
            <a:ext cx="8446328" cy="307266"/>
          </a:xfrm>
          <a:prstGeom prst="rect">
            <a:avLst/>
          </a:prstGeom>
          <a:ln w="28575">
            <a:solidFill>
              <a:schemeClr val="accent2"/>
            </a:solidFill>
          </a:ln>
        </p:spPr>
      </p:pic>
    </p:spTree>
    <p:extLst>
      <p:ext uri="{BB962C8B-B14F-4D97-AF65-F5344CB8AC3E}">
        <p14:creationId xmlns:p14="http://schemas.microsoft.com/office/powerpoint/2010/main" val="241690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16"/>
                                        </p:tgtEl>
                                        <p:attrNameLst>
                                          <p:attrName>style.opacity</p:attrName>
                                        </p:attrNameLst>
                                      </p:cBhvr>
                                      <p:to>
                                        <p:strVal val="0.5"/>
                                      </p:to>
                                    </p:set>
                                    <p:animEffect filter="image" prLst="opacity: 0.5">
                                      <p:cBhvr rctx="IE">
                                        <p:cTn id="7" dur="indefinite"/>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D22B6-D4DC-DB3C-8A15-E5C18D1A7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34EEF-D16A-6E50-B63A-D720761D7DF2}"/>
              </a:ext>
            </a:extLst>
          </p:cNvPr>
          <p:cNvSpPr>
            <a:spLocks noGrp="1"/>
          </p:cNvSpPr>
          <p:nvPr>
            <p:ph type="title"/>
          </p:nvPr>
        </p:nvSpPr>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r>
              <a:rPr lang="en-US">
                <a:latin typeface="Calibri"/>
                <a:ea typeface="Calibri"/>
                <a:cs typeface="Calibri"/>
              </a:rPr>
              <a:t>Data Overview</a:t>
            </a:r>
            <a:endParaRPr lang="en-US">
              <a:ea typeface="Calibri"/>
              <a:cs typeface="Calibri"/>
            </a:endParaRPr>
          </a:p>
          <a:p>
            <a:pPr>
              <a:lnSpc>
                <a:spcPct val="90000"/>
              </a:lnSpc>
              <a:spcBef>
                <a:spcPct val="20000"/>
              </a:spcBef>
            </a:pPr>
            <a:endParaRPr lang="en-US">
              <a:ea typeface="Calibri"/>
              <a:cs typeface="Calibri"/>
            </a:endParaRPr>
          </a:p>
          <a:p>
            <a:endParaRPr lang="en-US">
              <a:latin typeface="Georgia Pro"/>
              <a:ea typeface="Calibri"/>
              <a:cs typeface="Calibri"/>
            </a:endParaRPr>
          </a:p>
        </p:txBody>
      </p:sp>
      <p:sp>
        <p:nvSpPr>
          <p:cNvPr id="3" name="Content Placeholder 2">
            <a:extLst>
              <a:ext uri="{FF2B5EF4-FFF2-40B4-BE49-F238E27FC236}">
                <a16:creationId xmlns:a16="http://schemas.microsoft.com/office/drawing/2014/main" id="{16B5C5A0-A677-2E7E-538B-5421CE9B554D}"/>
              </a:ext>
            </a:extLst>
          </p:cNvPr>
          <p:cNvSpPr>
            <a:spLocks noGrp="1"/>
          </p:cNvSpPr>
          <p:nvPr>
            <p:ph sz="half" idx="1"/>
          </p:nvPr>
        </p:nvSpPr>
        <p:spPr>
          <a:xfrm>
            <a:off x="609600" y="1417639"/>
            <a:ext cx="4743307" cy="4708526"/>
          </a:xfrm>
        </p:spPr>
        <p:txBody>
          <a:bodyPr vert="horz" lIns="91440" tIns="45720" rIns="91440" bIns="45720" rtlCol="0" anchor="t">
            <a:normAutofit/>
          </a:bodyPr>
          <a:lstStyle/>
          <a:p>
            <a:pPr>
              <a:buFont typeface="Wingdings" pitchFamily="2" charset="2"/>
              <a:buChar char="§"/>
            </a:pPr>
            <a:endParaRPr lang="en-US" sz="1600">
              <a:latin typeface="Times New Roman" panose="02020603050405020304" pitchFamily="18" charset="0"/>
              <a:cs typeface="Times New Roman" panose="02020603050405020304" pitchFamily="18" charset="0"/>
            </a:endParaRPr>
          </a:p>
          <a:p>
            <a:pPr>
              <a:buFont typeface="Wingdings" pitchFamily="2" charset="2"/>
              <a:buChar char="§"/>
            </a:pPr>
            <a:r>
              <a:rPr lang="en-US" sz="1400">
                <a:latin typeface="Times New Roman"/>
                <a:cs typeface="Times New Roman"/>
              </a:rPr>
              <a:t>Flickr8k Dataset Overview</a:t>
            </a:r>
          </a:p>
          <a:p>
            <a:pPr lvl="1">
              <a:buFont typeface="Courier New" panose="02070309020205020404" pitchFamily="49" charset="0"/>
              <a:buChar char="o"/>
            </a:pPr>
            <a:r>
              <a:rPr lang="en-US" sz="1400">
                <a:latin typeface="Times New Roman"/>
                <a:cs typeface="Times New Roman"/>
              </a:rPr>
              <a:t>Benchmark dataset for image-to-text description tasks.</a:t>
            </a:r>
          </a:p>
          <a:p>
            <a:pPr lvl="1">
              <a:buFont typeface="Courier New" panose="02070309020205020404" pitchFamily="49" charset="0"/>
              <a:buChar char="o"/>
            </a:pPr>
            <a:r>
              <a:rPr lang="en-US" sz="1400">
                <a:latin typeface="Times New Roman"/>
                <a:cs typeface="Times New Roman"/>
              </a:rPr>
              <a:t>8,000 real-world images, each paired with 5 human-annotated captions.</a:t>
            </a:r>
          </a:p>
          <a:p>
            <a:pPr lvl="1">
              <a:buFont typeface="Courier New" panose="02070309020205020404" pitchFamily="49" charset="0"/>
              <a:buChar char="o"/>
            </a:pPr>
            <a:r>
              <a:rPr lang="en-US" sz="1400">
                <a:latin typeface="Times New Roman"/>
                <a:cs typeface="Times New Roman"/>
              </a:rPr>
              <a:t>Captions focus on events, actions, and scenes.</a:t>
            </a:r>
          </a:p>
          <a:p>
            <a:pPr lvl="1">
              <a:buFont typeface="Courier New" panose="02070309020205020404" pitchFamily="49" charset="0"/>
              <a:buChar char="o"/>
            </a:pPr>
            <a:r>
              <a:rPr lang="en-US" sz="1400">
                <a:latin typeface="Times New Roman"/>
                <a:cs typeface="Times New Roman"/>
              </a:rPr>
              <a:t>Exclude famous people and landmarks – ensuring general applicability.</a:t>
            </a:r>
          </a:p>
          <a:p>
            <a:pPr marL="457200" lvl="1" indent="0">
              <a:buNone/>
            </a:pPr>
            <a:endParaRPr lang="en-US" sz="1400">
              <a:latin typeface="Times New Roman" panose="02020603050405020304" pitchFamily="18" charset="0"/>
              <a:cs typeface="Times New Roman" panose="02020603050405020304" pitchFamily="18" charset="0"/>
            </a:endParaRPr>
          </a:p>
          <a:p>
            <a:pPr>
              <a:buFont typeface="Wingdings" pitchFamily="2" charset="2"/>
              <a:buChar char="§"/>
            </a:pPr>
            <a:r>
              <a:rPr lang="en-US" sz="1400">
                <a:latin typeface="Times New Roman"/>
                <a:cs typeface="Times New Roman"/>
              </a:rPr>
              <a:t>Split details:</a:t>
            </a:r>
          </a:p>
          <a:p>
            <a:pPr lvl="1">
              <a:buFont typeface="Courier New" panose="02070309020205020404" pitchFamily="49" charset="0"/>
              <a:buChar char="o"/>
            </a:pPr>
            <a:r>
              <a:rPr lang="en-US" sz="1400">
                <a:latin typeface="Times New Roman"/>
                <a:cs typeface="Times New Roman"/>
              </a:rPr>
              <a:t>6K training, 1K validation, 1K test images</a:t>
            </a:r>
          </a:p>
          <a:p>
            <a:pPr marL="457200" lvl="1" indent="0">
              <a:buNone/>
            </a:pPr>
            <a:endParaRPr lang="en-US" sz="1400">
              <a:latin typeface="Times New Roman" panose="02020603050405020304" pitchFamily="18" charset="0"/>
              <a:cs typeface="Times New Roman" panose="02020603050405020304" pitchFamily="18" charset="0"/>
            </a:endParaRPr>
          </a:p>
          <a:p>
            <a:pPr>
              <a:buFont typeface="Wingdings" pitchFamily="2" charset="2"/>
              <a:buChar char="§"/>
            </a:pPr>
            <a:r>
              <a:rPr lang="en-US" sz="1400">
                <a:latin typeface="Times New Roman"/>
                <a:cs typeface="Times New Roman"/>
              </a:rPr>
              <a:t>Preprocessing:</a:t>
            </a:r>
            <a:endParaRPr lang="en-US" sz="1400">
              <a:latin typeface="Times New Roman" panose="02020603050405020304" pitchFamily="18" charset="0"/>
              <a:cs typeface="Times New Roman" panose="02020603050405020304" pitchFamily="18" charset="0"/>
            </a:endParaRPr>
          </a:p>
          <a:p>
            <a:pPr lvl="1">
              <a:buFont typeface="Courier New,monospace" pitchFamily="2" charset="2"/>
              <a:buChar char="o"/>
            </a:pPr>
            <a:r>
              <a:rPr lang="en-US" sz="1400">
                <a:latin typeface="Times New Roman"/>
                <a:cs typeface="Times New Roman"/>
              </a:rPr>
              <a:t>Text Preprocessing : Remove special characters, Convert all captions to lowercase.</a:t>
            </a:r>
          </a:p>
          <a:p>
            <a:pPr lvl="1">
              <a:buFont typeface="Courier New" pitchFamily="2" charset="2"/>
              <a:buChar char="o"/>
            </a:pPr>
            <a:r>
              <a:rPr lang="en-US" sz="1400">
                <a:latin typeface="Times New Roman"/>
                <a:ea typeface="+mn-lt"/>
                <a:cs typeface="+mn-lt"/>
              </a:rPr>
              <a:t>Image Preprocessing: </a:t>
            </a:r>
            <a:r>
              <a:rPr lang="en-US" sz="1400">
                <a:latin typeface="Times New Roman"/>
                <a:ea typeface="+mn-lt"/>
                <a:cs typeface="Times New Roman"/>
              </a:rPr>
              <a:t>Resize images  - Normalize pixel values</a:t>
            </a:r>
            <a:endParaRPr lang="en-US" sz="1400">
              <a:latin typeface="Times New Roman" panose="02020603050405020304" pitchFamily="18" charset="0"/>
              <a:cs typeface="Times New Roman" panose="02020603050405020304" pitchFamily="18" charset="0"/>
            </a:endParaRPr>
          </a:p>
          <a:p>
            <a:pPr lvl="1">
              <a:buFont typeface="Courier New" pitchFamily="2" charset="2"/>
              <a:buChar char="o"/>
            </a:pPr>
            <a:endParaRPr lang="en-US" sz="1600">
              <a:latin typeface="Times New Roman" panose="02020603050405020304" pitchFamily="18" charset="0"/>
              <a:cs typeface="Times New Roman" panose="02020603050405020304" pitchFamily="18" charset="0"/>
            </a:endParaRPr>
          </a:p>
          <a:p>
            <a:pPr>
              <a:buFont typeface="Wingdings" pitchFamily="2" charset="2"/>
              <a:buChar char="§"/>
            </a:pPr>
            <a:endParaRPr lang="en-US" sz="1600">
              <a:latin typeface="Times New Roman" panose="02020603050405020304" pitchFamily="18" charset="0"/>
              <a:cs typeface="Times New Roman" panose="02020603050405020304" pitchFamily="18" charset="0"/>
            </a:endParaRPr>
          </a:p>
        </p:txBody>
      </p:sp>
      <p:pic>
        <p:nvPicPr>
          <p:cNvPr id="13" name="Content Placeholder 12" descr="A close-up of a list of text&#10;&#10;Description automatically generated">
            <a:extLst>
              <a:ext uri="{FF2B5EF4-FFF2-40B4-BE49-F238E27FC236}">
                <a16:creationId xmlns:a16="http://schemas.microsoft.com/office/drawing/2014/main" id="{16F2F797-881B-FD87-6A86-2C0F45DE8F6C}"/>
              </a:ext>
            </a:extLst>
          </p:cNvPr>
          <p:cNvPicPr>
            <a:picLocks noGrp="1" noChangeAspect="1"/>
          </p:cNvPicPr>
          <p:nvPr>
            <p:ph sz="half" idx="2"/>
          </p:nvPr>
        </p:nvPicPr>
        <p:blipFill>
          <a:blip r:embed="rId2"/>
          <a:srcRect l="2470" r="19761" b="-233"/>
          <a:stretch/>
        </p:blipFill>
        <p:spPr>
          <a:xfrm>
            <a:off x="5471678" y="2199591"/>
            <a:ext cx="6109352" cy="2708607"/>
          </a:xfrm>
        </p:spPr>
      </p:pic>
      <p:sp>
        <p:nvSpPr>
          <p:cNvPr id="5" name="TextBox 4">
            <a:extLst>
              <a:ext uri="{FF2B5EF4-FFF2-40B4-BE49-F238E27FC236}">
                <a16:creationId xmlns:a16="http://schemas.microsoft.com/office/drawing/2014/main" id="{30D76960-4DAB-661D-A9F9-60FDA69057F4}"/>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4AA1BBDA-4F2D-6A72-A2AA-F920F1520304}"/>
              </a:ext>
            </a:extLst>
          </p:cNvPr>
          <p:cNvSpPr txBox="1"/>
          <p:nvPr/>
        </p:nvSpPr>
        <p:spPr>
          <a:xfrm>
            <a:off x="2150203" y="6559828"/>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93387F9D-814F-ED84-41C9-BB0CEAD5D949}"/>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BB305936-3235-B1CB-CF61-DC4DD95E9C5F}"/>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14A34AB4-6680-60CB-61FF-137031249DD9}"/>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CEDD1F7C-B9E8-39E3-2899-19BB0DD3B0FD}"/>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5" name="TextBox 14">
            <a:extLst>
              <a:ext uri="{FF2B5EF4-FFF2-40B4-BE49-F238E27FC236}">
                <a16:creationId xmlns:a16="http://schemas.microsoft.com/office/drawing/2014/main" id="{448A59B8-E8E0-B6B6-145B-D11DB8C2AAF8}"/>
              </a:ext>
            </a:extLst>
          </p:cNvPr>
          <p:cNvSpPr txBox="1"/>
          <p:nvPr/>
        </p:nvSpPr>
        <p:spPr>
          <a:xfrm>
            <a:off x="6092198" y="4977756"/>
            <a:ext cx="5496193" cy="400110"/>
          </a:xfrm>
          <a:prstGeom prst="rect">
            <a:avLst/>
          </a:prstGeom>
          <a:noFill/>
        </p:spPr>
        <p:txBody>
          <a:bodyPr wrap="square" lIns="91440" tIns="45720" rIns="91440" bIns="45720" anchor="t">
            <a:spAutoFit/>
          </a:bodyPr>
          <a:lstStyle/>
          <a:p>
            <a:r>
              <a:rPr lang="en-US" sz="1000" i="0" err="1">
                <a:solidFill>
                  <a:srgbClr val="222222"/>
                </a:solidFill>
                <a:effectLst/>
                <a:latin typeface="Times New Roman"/>
                <a:cs typeface="Times New Roman"/>
              </a:rPr>
              <a:t>Hodosh</a:t>
            </a:r>
            <a:r>
              <a:rPr lang="en-US" sz="1000" i="0">
                <a:solidFill>
                  <a:srgbClr val="222222"/>
                </a:solidFill>
                <a:effectLst/>
                <a:latin typeface="Times New Roman"/>
                <a:cs typeface="Times New Roman"/>
              </a:rPr>
              <a:t>, Micah, Peter Young, and Julia </a:t>
            </a:r>
            <a:r>
              <a:rPr lang="en-US" sz="1000" i="0" err="1">
                <a:solidFill>
                  <a:srgbClr val="222222"/>
                </a:solidFill>
                <a:effectLst/>
                <a:latin typeface="Times New Roman"/>
                <a:cs typeface="Times New Roman"/>
              </a:rPr>
              <a:t>Hockenmaier</a:t>
            </a:r>
            <a:r>
              <a:rPr lang="en-US" sz="1000" i="0">
                <a:solidFill>
                  <a:srgbClr val="222222"/>
                </a:solidFill>
                <a:effectLst/>
                <a:latin typeface="Times New Roman"/>
                <a:cs typeface="Times New Roman"/>
              </a:rPr>
              <a:t>. "Framing image description as a ranking task: Data, models and evaluation metrics." </a:t>
            </a:r>
            <a:r>
              <a:rPr lang="en-US" sz="1000" i="1">
                <a:solidFill>
                  <a:srgbClr val="222222"/>
                </a:solidFill>
                <a:effectLst/>
                <a:latin typeface="Times New Roman"/>
                <a:cs typeface="Times New Roman"/>
              </a:rPr>
              <a:t>Journal of Artificial Intelligence Research</a:t>
            </a:r>
            <a:r>
              <a:rPr lang="en-US" sz="1000" i="0">
                <a:solidFill>
                  <a:srgbClr val="222222"/>
                </a:solidFill>
                <a:effectLst/>
                <a:latin typeface="Times New Roman"/>
                <a:cs typeface="Times New Roman"/>
              </a:rPr>
              <a:t> 47 (2013): 853-899.</a:t>
            </a:r>
            <a:endParaRPr lang="en-US" sz="1000">
              <a:latin typeface="Times New Roman"/>
              <a:cs typeface="Times New Roman"/>
            </a:endParaRPr>
          </a:p>
        </p:txBody>
      </p:sp>
    </p:spTree>
    <p:extLst>
      <p:ext uri="{BB962C8B-B14F-4D97-AF65-F5344CB8AC3E}">
        <p14:creationId xmlns:p14="http://schemas.microsoft.com/office/powerpoint/2010/main" val="3540260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CDA2-63B2-8D4F-0980-0CDB33077DC1}"/>
              </a:ext>
            </a:extLst>
          </p:cNvPr>
          <p:cNvSpPr>
            <a:spLocks noGrp="1"/>
          </p:cNvSpPr>
          <p:nvPr>
            <p:ph type="title"/>
          </p:nvPr>
        </p:nvSpPr>
        <p:spPr/>
        <p:txBody>
          <a:bodyPr/>
          <a:lstStyle/>
          <a:p>
            <a:r>
              <a:rPr lang="en-US">
                <a:ea typeface="Calibri"/>
                <a:cs typeface="Calibri"/>
              </a:rPr>
              <a:t>Preprocessing &amp; Embedding</a:t>
            </a:r>
            <a:endParaRPr lang="en-US"/>
          </a:p>
        </p:txBody>
      </p:sp>
      <p:sp>
        <p:nvSpPr>
          <p:cNvPr id="3" name="Content Placeholder 2">
            <a:extLst>
              <a:ext uri="{FF2B5EF4-FFF2-40B4-BE49-F238E27FC236}">
                <a16:creationId xmlns:a16="http://schemas.microsoft.com/office/drawing/2014/main" id="{21CB9BDE-D946-6069-498B-5AF4272C05F6}"/>
              </a:ext>
            </a:extLst>
          </p:cNvPr>
          <p:cNvSpPr>
            <a:spLocks noGrp="1"/>
          </p:cNvSpPr>
          <p:nvPr>
            <p:ph sz="half" idx="1"/>
          </p:nvPr>
        </p:nvSpPr>
        <p:spPr>
          <a:xfrm>
            <a:off x="609600" y="1600201"/>
            <a:ext cx="5384800" cy="4198014"/>
          </a:xfrm>
        </p:spPr>
        <p:txBody>
          <a:bodyPr vert="horz" lIns="91440" tIns="45720" rIns="91440" bIns="45720" rtlCol="0" anchor="t">
            <a:noAutofit/>
          </a:bodyPr>
          <a:lstStyle/>
          <a:p>
            <a:pPr>
              <a:buFont typeface="Courier New"/>
              <a:buChar char="o"/>
            </a:pPr>
            <a:r>
              <a:rPr lang="en-US" sz="1400">
                <a:latin typeface="Times New Roman"/>
                <a:ea typeface="Calibri"/>
                <a:cs typeface="Calibri"/>
              </a:rPr>
              <a:t>Image Preprocessing:</a:t>
            </a:r>
          </a:p>
          <a:p>
            <a:pPr lvl="1">
              <a:buFont typeface="Courier New"/>
              <a:buChar char="o"/>
            </a:pPr>
            <a:r>
              <a:rPr lang="en-US" sz="1400">
                <a:latin typeface="Times New Roman"/>
                <a:ea typeface="Calibri"/>
                <a:cs typeface="Calibri"/>
              </a:rPr>
              <a:t> Resize to 299 x 299</a:t>
            </a:r>
          </a:p>
          <a:p>
            <a:pPr lvl="1">
              <a:buFont typeface="Courier New"/>
              <a:buChar char="o"/>
            </a:pPr>
            <a:r>
              <a:rPr lang="en-US" sz="1400">
                <a:latin typeface="Times New Roman"/>
                <a:ea typeface="Calibri"/>
                <a:cs typeface="Calibri"/>
              </a:rPr>
              <a:t> Center crop</a:t>
            </a:r>
          </a:p>
          <a:p>
            <a:pPr lvl="1">
              <a:buFont typeface="Courier New"/>
              <a:buChar char="o"/>
            </a:pPr>
            <a:r>
              <a:rPr lang="en-US" sz="1400">
                <a:latin typeface="Times New Roman"/>
                <a:ea typeface="Calibri"/>
                <a:cs typeface="Calibri"/>
              </a:rPr>
              <a:t> Normalize using ImageNet stats</a:t>
            </a:r>
          </a:p>
          <a:p>
            <a:pPr>
              <a:buFont typeface="Courier New"/>
              <a:buChar char="o"/>
            </a:pPr>
            <a:r>
              <a:rPr lang="en-US" sz="1400">
                <a:latin typeface="Times New Roman"/>
                <a:ea typeface="Calibri"/>
                <a:cs typeface="Calibri"/>
              </a:rPr>
              <a:t>Text Preprocessing:</a:t>
            </a:r>
            <a:endParaRPr lang="en-US" sz="1400">
              <a:latin typeface="Times New Roman"/>
              <a:ea typeface="+mn-lt"/>
              <a:cs typeface="+mn-lt"/>
            </a:endParaRPr>
          </a:p>
          <a:p>
            <a:pPr lvl="1">
              <a:buFont typeface="Courier New"/>
              <a:buChar char="o"/>
            </a:pPr>
            <a:r>
              <a:rPr lang="en-US" sz="1400">
                <a:latin typeface="Times New Roman"/>
                <a:ea typeface="+mn-lt"/>
                <a:cs typeface="+mn-lt"/>
              </a:rPr>
              <a:t>Remove punctuation and digits</a:t>
            </a:r>
          </a:p>
          <a:p>
            <a:pPr lvl="1">
              <a:buFont typeface="Courier New"/>
              <a:buChar char="o"/>
            </a:pPr>
            <a:r>
              <a:rPr lang="en-US" sz="1400">
                <a:latin typeface="Times New Roman"/>
                <a:ea typeface="+mn-lt"/>
                <a:cs typeface="+mn-lt"/>
              </a:rPr>
              <a:t>Remove single-letter words</a:t>
            </a:r>
          </a:p>
          <a:p>
            <a:pPr lvl="1">
              <a:buFont typeface="Courier New"/>
              <a:buChar char="o"/>
            </a:pPr>
            <a:r>
              <a:rPr lang="en-US" sz="1400">
                <a:latin typeface="Times New Roman"/>
                <a:ea typeface="+mn-lt"/>
                <a:cs typeface="+mn-lt"/>
              </a:rPr>
              <a:t>Convert all text to lowercase</a:t>
            </a:r>
          </a:p>
          <a:p>
            <a:pPr lvl="1">
              <a:buFont typeface="Courier New"/>
              <a:buChar char="o"/>
            </a:pPr>
            <a:r>
              <a:rPr lang="en-US" sz="1400">
                <a:latin typeface="Times New Roman"/>
                <a:ea typeface="+mn-lt"/>
                <a:cs typeface="+mn-lt"/>
              </a:rPr>
              <a:t>Tokenize and </a:t>
            </a:r>
            <a:r>
              <a:rPr lang="en-US" sz="1400" err="1">
                <a:latin typeface="Times New Roman"/>
                <a:ea typeface="+mn-lt"/>
                <a:cs typeface="+mn-lt"/>
              </a:rPr>
              <a:t>numericalize</a:t>
            </a:r>
            <a:r>
              <a:rPr lang="en-US" sz="1400">
                <a:latin typeface="Times New Roman"/>
                <a:ea typeface="+mn-lt"/>
                <a:cs typeface="+mn-lt"/>
              </a:rPr>
              <a:t> with special tokens:</a:t>
            </a:r>
          </a:p>
          <a:p>
            <a:pPr marL="914400" lvl="2" indent="0">
              <a:buNone/>
            </a:pPr>
            <a:r>
              <a:rPr lang="en-US" sz="1400">
                <a:latin typeface="Times New Roman"/>
                <a:ea typeface="Calibri"/>
                <a:cs typeface="Calibri"/>
              </a:rPr>
              <a:t>&lt;BEG&gt;</a:t>
            </a:r>
            <a:r>
              <a:rPr lang="en-US" sz="1400">
                <a:latin typeface="Times New Roman"/>
                <a:ea typeface="+mn-lt"/>
                <a:cs typeface="+mn-lt"/>
              </a:rPr>
              <a:t>, </a:t>
            </a:r>
            <a:r>
              <a:rPr lang="en-US" sz="1400">
                <a:latin typeface="Times New Roman"/>
                <a:ea typeface="Calibri"/>
                <a:cs typeface="Calibri"/>
              </a:rPr>
              <a:t>&lt;END&gt;</a:t>
            </a:r>
            <a:r>
              <a:rPr lang="en-US" sz="1400">
                <a:latin typeface="Times New Roman"/>
                <a:ea typeface="+mn-lt"/>
                <a:cs typeface="+mn-lt"/>
              </a:rPr>
              <a:t>, </a:t>
            </a:r>
            <a:r>
              <a:rPr lang="en-US" sz="1400">
                <a:latin typeface="Times New Roman"/>
                <a:ea typeface="Calibri"/>
                <a:cs typeface="Calibri"/>
              </a:rPr>
              <a:t>&lt;PAD&gt;</a:t>
            </a:r>
            <a:r>
              <a:rPr lang="en-US" sz="1400">
                <a:latin typeface="Times New Roman"/>
                <a:ea typeface="+mn-lt"/>
                <a:cs typeface="+mn-lt"/>
              </a:rPr>
              <a:t>, </a:t>
            </a:r>
            <a:r>
              <a:rPr lang="en-US" sz="1400">
                <a:latin typeface="Times New Roman"/>
                <a:ea typeface="Calibri"/>
                <a:cs typeface="Calibri"/>
              </a:rPr>
              <a:t>&lt;UNK&gt;</a:t>
            </a:r>
          </a:p>
          <a:p>
            <a:pPr>
              <a:buFont typeface="Courier New"/>
              <a:buChar char="o"/>
            </a:pPr>
            <a:r>
              <a:rPr lang="en-US" sz="1400">
                <a:latin typeface="Times New Roman"/>
                <a:ea typeface="+mn-lt"/>
                <a:cs typeface="+mn-lt"/>
              </a:rPr>
              <a:t>Build vocabulary from training captions</a:t>
            </a:r>
            <a:endParaRPr lang="en-US" sz="1400">
              <a:latin typeface="Times New Roman"/>
              <a:ea typeface="Calibri"/>
              <a:cs typeface="Calibri"/>
            </a:endParaRPr>
          </a:p>
          <a:p>
            <a:pPr>
              <a:buFont typeface="Courier New"/>
              <a:buChar char="o"/>
            </a:pPr>
            <a:r>
              <a:rPr lang="en-US" sz="1400">
                <a:latin typeface="Times New Roman"/>
                <a:ea typeface="+mn-lt"/>
                <a:cs typeface="+mn-lt"/>
              </a:rPr>
              <a:t>Keep words with frequency ≥ threshold (e.g., 10)</a:t>
            </a:r>
            <a:endParaRPr lang="en-US" sz="1400">
              <a:latin typeface="Times New Roman"/>
              <a:ea typeface="Calibri"/>
              <a:cs typeface="Calibri"/>
            </a:endParaRPr>
          </a:p>
          <a:p>
            <a:pPr>
              <a:buFont typeface="Courier New"/>
              <a:buChar char="o"/>
            </a:pPr>
            <a:r>
              <a:rPr lang="en-US" sz="1400">
                <a:latin typeface="Times New Roman"/>
                <a:ea typeface="+mn-lt"/>
                <a:cs typeface="+mn-lt"/>
              </a:rPr>
              <a:t>Create mappings:</a:t>
            </a:r>
            <a:endParaRPr lang="en-US" sz="1400">
              <a:latin typeface="Times New Roman"/>
              <a:ea typeface="Calibri"/>
              <a:cs typeface="Calibri"/>
            </a:endParaRPr>
          </a:p>
          <a:p>
            <a:pPr marL="1028700" lvl="1">
              <a:buFont typeface="Courier New"/>
              <a:buChar char="o"/>
            </a:pPr>
            <a:r>
              <a:rPr lang="en-US" sz="1400">
                <a:latin typeface="Times New Roman"/>
                <a:ea typeface="Calibri"/>
                <a:cs typeface="Calibri"/>
              </a:rPr>
              <a:t>word2idx</a:t>
            </a:r>
            <a:r>
              <a:rPr lang="en-US" sz="1400">
                <a:latin typeface="Times New Roman"/>
                <a:ea typeface="+mn-lt"/>
                <a:cs typeface="+mn-lt"/>
              </a:rPr>
              <a:t> (word → index)</a:t>
            </a:r>
            <a:endParaRPr lang="en-US" sz="1400" b="1">
              <a:latin typeface="Times New Roman"/>
              <a:ea typeface="Calibri"/>
              <a:cs typeface="Calibri"/>
            </a:endParaRPr>
          </a:p>
          <a:p>
            <a:pPr marL="1028700" lvl="1">
              <a:buFont typeface="Courier New"/>
              <a:buChar char="o"/>
            </a:pPr>
            <a:r>
              <a:rPr lang="en-US" sz="1400">
                <a:latin typeface="Times New Roman"/>
                <a:ea typeface="Calibri"/>
                <a:cs typeface="Calibri"/>
              </a:rPr>
              <a:t>idx2word</a:t>
            </a:r>
            <a:r>
              <a:rPr lang="en-US" sz="1400">
                <a:latin typeface="Times New Roman"/>
                <a:ea typeface="+mn-lt"/>
                <a:cs typeface="+mn-lt"/>
              </a:rPr>
              <a:t> (index → word)</a:t>
            </a:r>
            <a:endParaRPr lang="en-US" sz="1400">
              <a:latin typeface="Times New Roman"/>
              <a:ea typeface="Calibri"/>
              <a:cs typeface="Calibri"/>
            </a:endParaRPr>
          </a:p>
          <a:p>
            <a:pPr marL="0" indent="0">
              <a:buFont typeface="Courier New"/>
              <a:buNone/>
            </a:pPr>
            <a:endParaRPr lang="en-US" sz="1600">
              <a:latin typeface="Times New Roman"/>
              <a:ea typeface="Calibri"/>
              <a:cs typeface="Calibri"/>
            </a:endParaRPr>
          </a:p>
          <a:p>
            <a:pPr>
              <a:buFont typeface="Courier New"/>
              <a:buChar char="o"/>
            </a:pPr>
            <a:endParaRPr lang="en-US" sz="3200">
              <a:ea typeface="Calibri"/>
              <a:cs typeface="Calibri"/>
            </a:endParaRPr>
          </a:p>
          <a:p>
            <a:pPr>
              <a:buFont typeface="Courier New"/>
              <a:buChar char="o"/>
            </a:pPr>
            <a:endParaRPr lang="en-US">
              <a:ea typeface="Calibri"/>
              <a:cs typeface="Calibri"/>
            </a:endParaRPr>
          </a:p>
        </p:txBody>
      </p:sp>
      <p:sp>
        <p:nvSpPr>
          <p:cNvPr id="4" name="Content Placeholder 3">
            <a:extLst>
              <a:ext uri="{FF2B5EF4-FFF2-40B4-BE49-F238E27FC236}">
                <a16:creationId xmlns:a16="http://schemas.microsoft.com/office/drawing/2014/main" id="{545371C8-D586-71A1-7F45-41724482C997}"/>
              </a:ext>
            </a:extLst>
          </p:cNvPr>
          <p:cNvSpPr>
            <a:spLocks noGrp="1"/>
          </p:cNvSpPr>
          <p:nvPr>
            <p:ph sz="half" idx="2"/>
          </p:nvPr>
        </p:nvSpPr>
        <p:spPr>
          <a:xfrm>
            <a:off x="5551347" y="2236809"/>
            <a:ext cx="4979686" cy="2616140"/>
          </a:xfrm>
        </p:spPr>
        <p:txBody>
          <a:bodyPr vert="horz" lIns="91440" tIns="45720" rIns="91440" bIns="45720" rtlCol="0" anchor="t">
            <a:normAutofit/>
          </a:bodyPr>
          <a:lstStyle/>
          <a:p>
            <a:pPr marL="0" indent="0">
              <a:buNone/>
            </a:pPr>
            <a:r>
              <a:rPr lang="en-US" sz="1400">
                <a:latin typeface="Times New Roman"/>
                <a:cs typeface="Times New Roman"/>
              </a:rPr>
              <a:t>Word Embeddings for Captioning</a:t>
            </a:r>
            <a:endParaRPr lang="en-US" sz="1400">
              <a:latin typeface="Times New Roman"/>
              <a:ea typeface="Calibri"/>
              <a:cs typeface="Times New Roman"/>
            </a:endParaRPr>
          </a:p>
          <a:p>
            <a:pPr marL="0" indent="0">
              <a:buNone/>
            </a:pPr>
            <a:endParaRPr lang="en-US" sz="1400">
              <a:latin typeface="Times New Roman"/>
              <a:cs typeface="Times New Roman"/>
            </a:endParaRPr>
          </a:p>
          <a:p>
            <a:pPr marL="285750" indent="-285750">
              <a:buFont typeface="Courier New"/>
              <a:buChar char="o"/>
            </a:pPr>
            <a:r>
              <a:rPr lang="en-US" sz="1400" err="1">
                <a:latin typeface="Times New Roman"/>
                <a:cs typeface="Times New Roman"/>
              </a:rPr>
              <a:t>GloVe</a:t>
            </a:r>
            <a:r>
              <a:rPr lang="en-US" sz="1400">
                <a:latin typeface="Times New Roman"/>
                <a:cs typeface="Times New Roman"/>
              </a:rPr>
              <a:t> (42B, 300D)</a:t>
            </a:r>
            <a:endParaRPr lang="en-US" sz="1400">
              <a:latin typeface="Times New Roman"/>
              <a:ea typeface="+mn-lt"/>
              <a:cs typeface="+mn-lt"/>
            </a:endParaRPr>
          </a:p>
          <a:p>
            <a:pPr marL="685800" lvl="1">
              <a:buFont typeface="Courier New"/>
              <a:buChar char="o"/>
            </a:pPr>
            <a:r>
              <a:rPr lang="en-US" sz="1400">
                <a:latin typeface="Times New Roman"/>
                <a:ea typeface="+mn-lt"/>
                <a:cs typeface="+mn-lt"/>
              </a:rPr>
              <a:t>Pretrained </a:t>
            </a:r>
            <a:r>
              <a:rPr lang="en-US" sz="1400" b="1" err="1">
                <a:latin typeface="Times New Roman"/>
                <a:ea typeface="+mn-lt"/>
                <a:cs typeface="+mn-lt"/>
              </a:rPr>
              <a:t>GloVe</a:t>
            </a:r>
            <a:r>
              <a:rPr lang="en-US" sz="1400" b="1">
                <a:latin typeface="Times New Roman"/>
                <a:ea typeface="+mn-lt"/>
                <a:cs typeface="+mn-lt"/>
              </a:rPr>
              <a:t> vectors</a:t>
            </a:r>
            <a:r>
              <a:rPr lang="en-US" sz="1400">
                <a:latin typeface="Times New Roman"/>
                <a:ea typeface="+mn-lt"/>
                <a:cs typeface="+mn-lt"/>
              </a:rPr>
              <a:t> trained on </a:t>
            </a:r>
            <a:r>
              <a:rPr lang="en-US" sz="1400" b="1">
                <a:latin typeface="Times New Roman"/>
                <a:ea typeface="+mn-lt"/>
                <a:cs typeface="+mn-lt"/>
              </a:rPr>
              <a:t>42 billion tokens</a:t>
            </a:r>
            <a:endParaRPr lang="en-US" sz="1400">
              <a:latin typeface="Times New Roman"/>
              <a:ea typeface="+mn-lt"/>
              <a:cs typeface="+mn-lt"/>
            </a:endParaRPr>
          </a:p>
          <a:p>
            <a:pPr marL="685800" lvl="1" indent="-285750">
              <a:buFont typeface="Courier New"/>
              <a:buChar char="o"/>
            </a:pPr>
            <a:r>
              <a:rPr lang="en-US" sz="1400">
                <a:latin typeface="Times New Roman"/>
                <a:ea typeface="+mn-lt"/>
                <a:cs typeface="+mn-lt"/>
              </a:rPr>
              <a:t>Each word is represented as a </a:t>
            </a:r>
            <a:r>
              <a:rPr lang="en-US" sz="1400" b="1">
                <a:latin typeface="Times New Roman"/>
                <a:ea typeface="+mn-lt"/>
                <a:cs typeface="+mn-lt"/>
              </a:rPr>
              <a:t>300-dimensional vector</a:t>
            </a:r>
            <a:endParaRPr lang="en-US" sz="1400">
              <a:latin typeface="Times New Roman"/>
              <a:ea typeface="Calibri"/>
              <a:cs typeface="Calibri"/>
            </a:endParaRPr>
          </a:p>
          <a:p>
            <a:pPr>
              <a:buFont typeface="Courier New"/>
              <a:buChar char="o"/>
            </a:pPr>
            <a:endParaRPr lang="en-US" sz="1400">
              <a:latin typeface="Times New Roman"/>
              <a:ea typeface="Calibri"/>
              <a:cs typeface="Calibri"/>
            </a:endParaRPr>
          </a:p>
          <a:p>
            <a:pPr>
              <a:buFont typeface="Courier New"/>
              <a:buChar char="o"/>
            </a:pPr>
            <a:r>
              <a:rPr lang="en-US" sz="1400">
                <a:latin typeface="Times New Roman"/>
                <a:ea typeface="Calibri"/>
                <a:cs typeface="Calibri"/>
              </a:rPr>
              <a:t>Words not found are randomly initialized or zeroed</a:t>
            </a:r>
          </a:p>
          <a:p>
            <a:pPr>
              <a:buFont typeface="Courier New"/>
              <a:buChar char="o"/>
            </a:pPr>
            <a:r>
              <a:rPr lang="en-US" sz="1400">
                <a:latin typeface="Times New Roman"/>
                <a:ea typeface="Calibri"/>
                <a:cs typeface="Calibri"/>
              </a:rPr>
              <a:t>Used to initialize embedding layer of decoder</a:t>
            </a:r>
          </a:p>
          <a:p>
            <a:pPr marL="0" indent="0">
              <a:buNone/>
            </a:pPr>
            <a:endParaRPr lang="en-US" sz="1400">
              <a:latin typeface="Times New Roman"/>
              <a:ea typeface="Calibri"/>
              <a:cs typeface="Calibri"/>
            </a:endParaRPr>
          </a:p>
        </p:txBody>
      </p:sp>
      <p:sp>
        <p:nvSpPr>
          <p:cNvPr id="6" name="TextBox 5">
            <a:extLst>
              <a:ext uri="{FF2B5EF4-FFF2-40B4-BE49-F238E27FC236}">
                <a16:creationId xmlns:a16="http://schemas.microsoft.com/office/drawing/2014/main" id="{96A963B7-2BA6-B002-E6E2-F762226F1A7F}"/>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8" name="TextBox 7">
            <a:extLst>
              <a:ext uri="{FF2B5EF4-FFF2-40B4-BE49-F238E27FC236}">
                <a16:creationId xmlns:a16="http://schemas.microsoft.com/office/drawing/2014/main" id="{7DEE1C4E-2C08-7B72-77C8-F352AD96F1C0}"/>
              </a:ext>
            </a:extLst>
          </p:cNvPr>
          <p:cNvSpPr txBox="1"/>
          <p:nvPr/>
        </p:nvSpPr>
        <p:spPr>
          <a:xfrm>
            <a:off x="2150203" y="6559828"/>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10" name="TextBox 9">
            <a:extLst>
              <a:ext uri="{FF2B5EF4-FFF2-40B4-BE49-F238E27FC236}">
                <a16:creationId xmlns:a16="http://schemas.microsoft.com/office/drawing/2014/main" id="{E908B049-F988-294D-FED8-F9F128F0C18C}"/>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12" name="TextBox 11">
            <a:extLst>
              <a:ext uri="{FF2B5EF4-FFF2-40B4-BE49-F238E27FC236}">
                <a16:creationId xmlns:a16="http://schemas.microsoft.com/office/drawing/2014/main" id="{5B0888C8-D9FC-A6F6-3C89-D4D82962AD76}"/>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4" name="TextBox 13">
            <a:extLst>
              <a:ext uri="{FF2B5EF4-FFF2-40B4-BE49-F238E27FC236}">
                <a16:creationId xmlns:a16="http://schemas.microsoft.com/office/drawing/2014/main" id="{DBBC87F0-4169-1002-9292-D3C0EFCB0BEC}"/>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6" name="TextBox 15">
            <a:extLst>
              <a:ext uri="{FF2B5EF4-FFF2-40B4-BE49-F238E27FC236}">
                <a16:creationId xmlns:a16="http://schemas.microsoft.com/office/drawing/2014/main" id="{8DAA0614-2EA0-6905-E332-2DF0D20D8247}"/>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Tree>
    <p:extLst>
      <p:ext uri="{BB962C8B-B14F-4D97-AF65-F5344CB8AC3E}">
        <p14:creationId xmlns:p14="http://schemas.microsoft.com/office/powerpoint/2010/main" val="1877744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06CE-F4CF-8F97-E1E6-D44619E1C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104EA-2294-C5AC-ACE0-F70FB5DB6C9B}"/>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226D9B29-AE3D-D53E-3DF9-E07439820A4E}"/>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D8785E10-5DEA-DD5A-17D8-94F0A942FCF5}"/>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6F2884ED-C79F-D303-8909-665FB8EE94D3}"/>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A12CEA39-FEB4-D66C-6B42-6893AFD2A6A8}"/>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7195A622-EFC3-A238-F557-3E20B5FD8B1E}"/>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2F300FA8-8284-4F1B-20A1-8F0E6FB1BC60}"/>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9C5725B7-59F8-748F-49A7-A60244A33ED8}"/>
              </a:ext>
            </a:extLst>
          </p:cNvPr>
          <p:cNvSpPr txBox="1">
            <a:spLocks/>
          </p:cNvSpPr>
          <p:nvPr/>
        </p:nvSpPr>
        <p:spPr>
          <a:xfrm>
            <a:off x="806147" y="1251967"/>
            <a:ext cx="11133438" cy="4572245"/>
          </a:xfrm>
          <a:prstGeom prst="rect">
            <a:avLst/>
          </a:prstGeom>
        </p:spPr>
        <p:txBody>
          <a:bodyPr vert="horz" lIns="91440" tIns="45720" rIns="91440" bIns="45720" rtlCol="0" anchor="t">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a:buChar char="o"/>
            </a:pPr>
            <a:endParaRPr lang="en-US" sz="1600">
              <a:latin typeface="Times New Roman"/>
              <a:cs typeface="Times New Roman"/>
            </a:endParaRPr>
          </a:p>
          <a:p>
            <a:pPr>
              <a:buFont typeface="Courier New" pitchFamily="2" charset="2"/>
              <a:buChar char="o"/>
            </a:pPr>
            <a:r>
              <a:rPr lang="en-US" sz="1600">
                <a:latin typeface="Times New Roman"/>
                <a:ea typeface="+mn-lt"/>
                <a:cs typeface="+mn-lt"/>
              </a:rPr>
              <a:t>Image captioning is a multimodal task, requiring the integration of visual and textual data.</a:t>
            </a:r>
          </a:p>
          <a:p>
            <a:pPr>
              <a:buFont typeface="Courier New" pitchFamily="2" charset="2"/>
              <a:buChar char="o"/>
            </a:pPr>
            <a:r>
              <a:rPr lang="en-US" sz="1600">
                <a:ea typeface="+mn-lt"/>
                <a:cs typeface="+mn-lt"/>
              </a:rPr>
              <a:t>We drew inspiration from </a:t>
            </a:r>
            <a:r>
              <a:rPr lang="en-US" sz="1600" b="1">
                <a:ea typeface="+mn-lt"/>
                <a:cs typeface="+mn-lt"/>
              </a:rPr>
              <a:t>autoencoder-like architectures</a:t>
            </a:r>
            <a:r>
              <a:rPr lang="en-US" sz="1600">
                <a:ea typeface="+mn-lt"/>
                <a:cs typeface="+mn-lt"/>
              </a:rPr>
              <a:t>, where:</a:t>
            </a:r>
          </a:p>
          <a:p>
            <a:pPr>
              <a:buFont typeface="Courier New" pitchFamily="2" charset="2"/>
              <a:buChar char="o"/>
            </a:pPr>
            <a:r>
              <a:rPr lang="en-US" sz="1600" b="1">
                <a:ea typeface="+mn-lt"/>
                <a:cs typeface="+mn-lt"/>
              </a:rPr>
              <a:t>Encoder</a:t>
            </a:r>
            <a:r>
              <a:rPr lang="en-US" sz="1600">
                <a:ea typeface="+mn-lt"/>
                <a:cs typeface="+mn-lt"/>
              </a:rPr>
              <a:t> processes the visual input and extracts high-level features.</a:t>
            </a:r>
            <a:endParaRPr lang="en-US">
              <a:ea typeface="+mn-lt"/>
              <a:cs typeface="+mn-lt"/>
            </a:endParaRPr>
          </a:p>
          <a:p>
            <a:pPr lvl="1">
              <a:buFont typeface="Arial"/>
              <a:buChar char="•"/>
            </a:pPr>
            <a:r>
              <a:rPr lang="en-US" sz="1600">
                <a:ea typeface="+mn-lt"/>
                <a:cs typeface="+mn-lt"/>
              </a:rPr>
              <a:t>Techniques used:</a:t>
            </a:r>
            <a:endParaRPr lang="en-US">
              <a:ea typeface="Calibri"/>
              <a:cs typeface="Calibri"/>
            </a:endParaRPr>
          </a:p>
          <a:p>
            <a:pPr lvl="2">
              <a:buFont typeface="Arial" pitchFamily="2" charset="2"/>
              <a:buChar char="•"/>
            </a:pPr>
            <a:r>
              <a:rPr lang="en-US" sz="1600">
                <a:ea typeface="+mn-lt"/>
                <a:cs typeface="+mn-lt"/>
              </a:rPr>
              <a:t>CNN-based models (e.g., </a:t>
            </a:r>
            <a:r>
              <a:rPr lang="en-US" sz="1600" b="1">
                <a:ea typeface="+mn-lt"/>
                <a:cs typeface="+mn-lt"/>
              </a:rPr>
              <a:t>ResNet</a:t>
            </a:r>
            <a:r>
              <a:rPr lang="en-US" sz="1600">
                <a:ea typeface="+mn-lt"/>
                <a:cs typeface="+mn-lt"/>
              </a:rPr>
              <a:t>)</a:t>
            </a:r>
            <a:endParaRPr lang="en-US">
              <a:ea typeface="+mn-lt"/>
              <a:cs typeface="+mn-lt"/>
            </a:endParaRPr>
          </a:p>
          <a:p>
            <a:pPr lvl="2">
              <a:buFont typeface="Arial" pitchFamily="2" charset="2"/>
              <a:buChar char="•"/>
            </a:pPr>
            <a:r>
              <a:rPr lang="en-US" sz="1600" b="1">
                <a:ea typeface="+mn-lt"/>
                <a:cs typeface="+mn-lt"/>
              </a:rPr>
              <a:t>U-Net</a:t>
            </a:r>
            <a:r>
              <a:rPr lang="en-US" sz="1600">
                <a:ea typeface="+mn-lt"/>
                <a:cs typeface="+mn-lt"/>
              </a:rPr>
              <a:t>-based architecture</a:t>
            </a:r>
            <a:endParaRPr lang="en-US">
              <a:ea typeface="Calibri"/>
              <a:cs typeface="Calibri"/>
            </a:endParaRPr>
          </a:p>
          <a:p>
            <a:pPr lvl="2">
              <a:buFont typeface="Arial" pitchFamily="2" charset="2"/>
              <a:buChar char="•"/>
            </a:pPr>
            <a:r>
              <a:rPr lang="en-US" sz="1600" b="1">
                <a:ea typeface="+mn-lt"/>
                <a:cs typeface="+mn-lt"/>
              </a:rPr>
              <a:t>Vision Transformer (</a:t>
            </a:r>
            <a:r>
              <a:rPr lang="en-US" sz="1600" b="1" err="1">
                <a:ea typeface="+mn-lt"/>
                <a:cs typeface="+mn-lt"/>
              </a:rPr>
              <a:t>ViT</a:t>
            </a:r>
            <a:r>
              <a:rPr lang="en-US" sz="1600" b="1">
                <a:ea typeface="+mn-lt"/>
                <a:cs typeface="+mn-lt"/>
              </a:rPr>
              <a:t>)</a:t>
            </a:r>
            <a:endParaRPr lang="en-US">
              <a:ea typeface="Calibri"/>
              <a:cs typeface="Calibri"/>
            </a:endParaRPr>
          </a:p>
          <a:p>
            <a:pPr lvl="2">
              <a:buFont typeface="Arial" pitchFamily="2" charset="2"/>
              <a:buChar char="•"/>
            </a:pPr>
            <a:r>
              <a:rPr lang="en-US" sz="1600" b="1">
                <a:ea typeface="+mn-lt"/>
                <a:cs typeface="+mn-lt"/>
              </a:rPr>
              <a:t>EfficientNetB3</a:t>
            </a:r>
            <a:endParaRPr lang="en-US">
              <a:ea typeface="Calibri"/>
              <a:cs typeface="Calibri"/>
            </a:endParaRPr>
          </a:p>
          <a:p>
            <a:pPr lvl="2">
              <a:buFont typeface="Arial" pitchFamily="2" charset="2"/>
              <a:buChar char="•"/>
            </a:pPr>
            <a:r>
              <a:rPr lang="en-US" sz="1600" b="1">
                <a:ea typeface="+mn-lt"/>
                <a:cs typeface="+mn-lt"/>
              </a:rPr>
              <a:t>InceptionV3</a:t>
            </a:r>
          </a:p>
          <a:p>
            <a:pPr>
              <a:buFont typeface="Courier New" pitchFamily="2" charset="2"/>
              <a:buChar char="o"/>
            </a:pPr>
            <a:r>
              <a:rPr lang="en-US" sz="1600" b="1">
                <a:ea typeface="+mn-lt"/>
                <a:cs typeface="+mn-lt"/>
              </a:rPr>
              <a:t>Decoder</a:t>
            </a:r>
            <a:r>
              <a:rPr lang="en-US" sz="1600">
                <a:ea typeface="+mn-lt"/>
                <a:cs typeface="+mn-lt"/>
              </a:rPr>
              <a:t> generates a caption word-by-word based on the encoded image features.</a:t>
            </a:r>
            <a:endParaRPr lang="en-US">
              <a:ea typeface="+mn-lt"/>
              <a:cs typeface="+mn-lt"/>
            </a:endParaRPr>
          </a:p>
          <a:p>
            <a:pPr lvl="1">
              <a:buFont typeface="Arial"/>
              <a:buChar char="•"/>
            </a:pPr>
            <a:r>
              <a:rPr lang="en-US" sz="1600">
                <a:ea typeface="+mn-lt"/>
                <a:cs typeface="+mn-lt"/>
              </a:rPr>
              <a:t>Common models: </a:t>
            </a:r>
            <a:r>
              <a:rPr lang="en-US" sz="1600" b="1">
                <a:ea typeface="+mn-lt"/>
                <a:cs typeface="+mn-lt"/>
              </a:rPr>
              <a:t>LSTM</a:t>
            </a:r>
            <a:r>
              <a:rPr lang="en-US" sz="1600">
                <a:ea typeface="+mn-lt"/>
                <a:cs typeface="+mn-lt"/>
              </a:rPr>
              <a:t>, </a:t>
            </a:r>
            <a:r>
              <a:rPr lang="en-US" sz="1600" b="1">
                <a:ea typeface="+mn-lt"/>
                <a:cs typeface="+mn-lt"/>
              </a:rPr>
              <a:t>Transformer</a:t>
            </a:r>
            <a:endParaRPr lang="en-US">
              <a:ea typeface="+mn-lt"/>
              <a:cs typeface="+mn-lt"/>
            </a:endParaRPr>
          </a:p>
          <a:p>
            <a:pPr>
              <a:buFont typeface="Courier New" pitchFamily="2" charset="2"/>
              <a:buChar char="o"/>
            </a:pPr>
            <a:endParaRPr lang="en-US" sz="1600">
              <a:latin typeface="Times New Roman"/>
              <a:ea typeface="+mn-lt"/>
              <a:cs typeface="+mn-lt"/>
            </a:endParaRPr>
          </a:p>
          <a:p>
            <a:pPr>
              <a:buFont typeface="Courier New" pitchFamily="2" charset="2"/>
              <a:buChar char="o"/>
            </a:pPr>
            <a:r>
              <a:rPr lang="en-US" sz="1600">
                <a:latin typeface="Times New Roman"/>
                <a:ea typeface="Calibri"/>
                <a:cs typeface="Times New Roman"/>
              </a:rPr>
              <a:t>These setups bridges vision and language modalities by </a:t>
            </a:r>
            <a:r>
              <a:rPr lang="en-US" sz="1600" b="1">
                <a:latin typeface="Times New Roman"/>
                <a:ea typeface="Calibri"/>
                <a:cs typeface="Times New Roman"/>
              </a:rPr>
              <a:t>compressing visual content</a:t>
            </a:r>
            <a:r>
              <a:rPr lang="en-US" sz="1600">
                <a:latin typeface="Times New Roman"/>
                <a:ea typeface="Calibri"/>
                <a:cs typeface="Times New Roman"/>
              </a:rPr>
              <a:t> and </a:t>
            </a:r>
            <a:r>
              <a:rPr lang="en-US" sz="1600" b="1">
                <a:latin typeface="Times New Roman"/>
                <a:ea typeface="Calibri"/>
                <a:cs typeface="Times New Roman"/>
              </a:rPr>
              <a:t>decoding it into human-readable text</a:t>
            </a:r>
            <a:r>
              <a:rPr lang="en-US" sz="1600">
                <a:latin typeface="Times New Roman"/>
                <a:ea typeface="Calibri"/>
                <a:cs typeface="Times New Roman"/>
              </a:rPr>
              <a:t>.</a:t>
            </a:r>
            <a:endParaRPr lang="en-US" sz="1600">
              <a:latin typeface="Times New Roman"/>
              <a:ea typeface="Calibri"/>
              <a:cs typeface="Calibri"/>
            </a:endParaRPr>
          </a:p>
          <a:p>
            <a:pPr marL="0" indent="0">
              <a:buNone/>
            </a:pPr>
            <a:endParaRPr lang="en-US" sz="1600">
              <a:latin typeface="Times New Roman"/>
              <a:ea typeface="Calibri"/>
              <a:cs typeface="Calibri"/>
            </a:endParaRPr>
          </a:p>
          <a:p>
            <a:pPr>
              <a:buFont typeface="Courier New" pitchFamily="2" charset="2"/>
              <a:buChar char="o"/>
            </a:pPr>
            <a:endParaRPr lang="en-US" sz="1600">
              <a:latin typeface="Times New Roman"/>
              <a:ea typeface="Calibri"/>
              <a:cs typeface="Calibri"/>
            </a:endParaRPr>
          </a:p>
          <a:p>
            <a:pPr lvl="1">
              <a:buFont typeface="Arial" pitchFamily="2" charset="2"/>
              <a:buChar char="•"/>
            </a:pPr>
            <a:endParaRPr lang="en-US" sz="1600">
              <a:latin typeface="Times New Roman"/>
              <a:ea typeface="Calibri"/>
              <a:cs typeface="Calibri"/>
            </a:endParaRPr>
          </a:p>
          <a:p>
            <a:pPr lvl="1">
              <a:buFont typeface="Arial" pitchFamily="2" charset="2"/>
              <a:buChar char="•"/>
            </a:pPr>
            <a:endParaRPr lang="en-US" sz="1600">
              <a:latin typeface="Times New Roman"/>
              <a:ea typeface="Calibri"/>
              <a:cs typeface="Calibri"/>
            </a:endParaRPr>
          </a:p>
        </p:txBody>
      </p:sp>
      <p:sp>
        <p:nvSpPr>
          <p:cNvPr id="19" name="Title 1">
            <a:extLst>
              <a:ext uri="{FF2B5EF4-FFF2-40B4-BE49-F238E27FC236}">
                <a16:creationId xmlns:a16="http://schemas.microsoft.com/office/drawing/2014/main" id="{BBC65412-6AF3-2905-7158-D507832C0B05}"/>
              </a:ext>
            </a:extLst>
          </p:cNvPr>
          <p:cNvSpPr txBox="1">
            <a:spLocks/>
          </p:cNvSpPr>
          <p:nvPr/>
        </p:nvSpPr>
        <p:spPr>
          <a:xfrm>
            <a:off x="609600" y="274638"/>
            <a:ext cx="109728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a:ea typeface="+mj-lt"/>
                <a:cs typeface="+mj-lt"/>
              </a:rPr>
              <a:t>Methodology</a:t>
            </a:r>
            <a:endParaRPr lang="en-US">
              <a:ea typeface="Calibri"/>
              <a:cs typeface="Calibri"/>
            </a:endParaRPr>
          </a:p>
          <a:p>
            <a:pPr>
              <a:lnSpc>
                <a:spcPct val="90000"/>
              </a:lnSpc>
              <a:spcBef>
                <a:spcPct val="20000"/>
              </a:spcBef>
            </a:pPr>
            <a:endParaRPr lang="en-US">
              <a:ea typeface="Calibri"/>
              <a:cs typeface="Calibri"/>
            </a:endParaRPr>
          </a:p>
          <a:p>
            <a:endParaRPr lang="en-US">
              <a:latin typeface="Georgia Pro"/>
              <a:ea typeface="Calibri"/>
              <a:cs typeface="Calibri"/>
            </a:endParaRPr>
          </a:p>
        </p:txBody>
      </p:sp>
    </p:spTree>
    <p:extLst>
      <p:ext uri="{BB962C8B-B14F-4D97-AF65-F5344CB8AC3E}">
        <p14:creationId xmlns:p14="http://schemas.microsoft.com/office/powerpoint/2010/main" val="27831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28002"/>
            <a:ext cx="10972800" cy="689932"/>
          </a:xfrm>
          <a:prstGeom prst="rect">
            <a:avLst/>
          </a:prstGeom>
        </p:spPr>
        <p:txBody>
          <a:bodyPr vert="horz" wrap="square" lIns="0" tIns="12700" rIns="0" bIns="0" rtlCol="0">
            <a:spAutoFit/>
          </a:bodyPr>
          <a:lstStyle/>
          <a:p>
            <a:pPr marL="702945">
              <a:spcBef>
                <a:spcPts val="100"/>
              </a:spcBef>
            </a:pPr>
            <a:r>
              <a:rPr lang="en-US"/>
              <a:t>Encoder Decoder Pipeline</a:t>
            </a:r>
            <a:endParaRPr lang="en-US">
              <a:ea typeface="Calibri"/>
              <a:cs typeface="Calibri"/>
            </a:endParaRPr>
          </a:p>
        </p:txBody>
      </p:sp>
      <p:sp>
        <p:nvSpPr>
          <p:cNvPr id="3" name="object 3"/>
          <p:cNvSpPr txBox="1"/>
          <p:nvPr/>
        </p:nvSpPr>
        <p:spPr>
          <a:xfrm>
            <a:off x="3090020" y="2366104"/>
            <a:ext cx="2536238" cy="2154436"/>
          </a:xfrm>
          <a:prstGeom prst="rect">
            <a:avLst/>
          </a:prstGeom>
          <a:ln w="63500">
            <a:solidFill>
              <a:srgbClr val="000000"/>
            </a:solidFill>
          </a:ln>
        </p:spPr>
        <p:txBody>
          <a:bodyPr vert="horz" wrap="square" lIns="0" tIns="0" rIns="0" bIns="0" rtlCol="0" anchor="t">
            <a:spAutoFit/>
          </a:bodyPr>
          <a:lstStyle/>
          <a:p>
            <a:pPr>
              <a:lnSpc>
                <a:spcPct val="100000"/>
              </a:lnSpc>
            </a:pPr>
            <a:endParaRPr sz="2800">
              <a:latin typeface="Times New Roman"/>
              <a:cs typeface="Times New Roman"/>
            </a:endParaRPr>
          </a:p>
          <a:p>
            <a:pPr>
              <a:spcBef>
                <a:spcPts val="25"/>
              </a:spcBef>
            </a:pPr>
            <a:endParaRPr lang="en-US" sz="2800">
              <a:latin typeface="Times New Roman"/>
              <a:cs typeface="Times New Roman"/>
            </a:endParaRPr>
          </a:p>
          <a:p>
            <a:pPr marL="733425">
              <a:lnSpc>
                <a:spcPct val="100000"/>
              </a:lnSpc>
            </a:pPr>
            <a:r>
              <a:rPr sz="2800" spc="-10">
                <a:latin typeface="Calibri"/>
                <a:cs typeface="Calibri"/>
              </a:rPr>
              <a:t>Encoder</a:t>
            </a:r>
            <a:endParaRPr sz="2800">
              <a:latin typeface="Calibri"/>
              <a:ea typeface="Calibri"/>
              <a:cs typeface="Calibri"/>
            </a:endParaRPr>
          </a:p>
          <a:p>
            <a:pPr marL="733425"/>
            <a:endParaRPr lang="en-US" sz="2800" spc="-10">
              <a:latin typeface="Calibri"/>
              <a:ea typeface="Calibri"/>
              <a:cs typeface="Calibri"/>
            </a:endParaRPr>
          </a:p>
          <a:p>
            <a:pPr marL="733425"/>
            <a:endParaRPr lang="en-US" sz="2800" spc="-10">
              <a:latin typeface="Calibri"/>
              <a:ea typeface="Calibri"/>
              <a:cs typeface="Calibri"/>
            </a:endParaRPr>
          </a:p>
        </p:txBody>
      </p:sp>
      <p:sp>
        <p:nvSpPr>
          <p:cNvPr id="4" name="object 4"/>
          <p:cNvSpPr txBox="1"/>
          <p:nvPr/>
        </p:nvSpPr>
        <p:spPr>
          <a:xfrm>
            <a:off x="6682304" y="2366104"/>
            <a:ext cx="2536239" cy="2154436"/>
          </a:xfrm>
          <a:prstGeom prst="rect">
            <a:avLst/>
          </a:prstGeom>
          <a:ln w="63500">
            <a:solidFill>
              <a:srgbClr val="000000"/>
            </a:solidFill>
          </a:ln>
        </p:spPr>
        <p:txBody>
          <a:bodyPr vert="horz" wrap="square" lIns="0" tIns="0" rIns="0" bIns="0" rtlCol="0" anchor="t">
            <a:spAutoFit/>
          </a:bodyPr>
          <a:lstStyle/>
          <a:p>
            <a:pPr>
              <a:lnSpc>
                <a:spcPct val="100000"/>
              </a:lnSpc>
            </a:pPr>
            <a:endParaRPr sz="2800">
              <a:latin typeface="Times New Roman"/>
              <a:cs typeface="Times New Roman"/>
            </a:endParaRPr>
          </a:p>
          <a:p>
            <a:pPr>
              <a:spcBef>
                <a:spcPts val="25"/>
              </a:spcBef>
            </a:pPr>
            <a:endParaRPr lang="en-US" sz="2800">
              <a:latin typeface="Times New Roman"/>
              <a:cs typeface="Times New Roman"/>
            </a:endParaRPr>
          </a:p>
          <a:p>
            <a:pPr marL="733425">
              <a:lnSpc>
                <a:spcPct val="100000"/>
              </a:lnSpc>
            </a:pPr>
            <a:r>
              <a:rPr sz="2800" spc="-10">
                <a:latin typeface="Calibri"/>
                <a:cs typeface="Calibri"/>
              </a:rPr>
              <a:t>Decoder</a:t>
            </a:r>
          </a:p>
          <a:p>
            <a:pPr marL="733425"/>
            <a:endParaRPr lang="en-US" sz="2800" spc="-10">
              <a:latin typeface="Calibri"/>
              <a:ea typeface="Calibri"/>
              <a:cs typeface="Calibri"/>
            </a:endParaRPr>
          </a:p>
          <a:p>
            <a:pPr marL="733425"/>
            <a:endParaRPr lang="en-US" sz="2800" spc="-10">
              <a:latin typeface="Calibri"/>
              <a:ea typeface="Calibri"/>
              <a:cs typeface="Calibri"/>
            </a:endParaRPr>
          </a:p>
        </p:txBody>
      </p:sp>
      <p:sp>
        <p:nvSpPr>
          <p:cNvPr id="5" name="object 5"/>
          <p:cNvSpPr/>
          <p:nvPr/>
        </p:nvSpPr>
        <p:spPr>
          <a:xfrm>
            <a:off x="5625962" y="3332489"/>
            <a:ext cx="1042035" cy="190500"/>
          </a:xfrm>
          <a:custGeom>
            <a:avLst/>
            <a:gdLst/>
            <a:ahLst/>
            <a:cxnLst/>
            <a:rect l="l" t="t" r="r" b="b"/>
            <a:pathLst>
              <a:path w="1042034" h="190500">
                <a:moveTo>
                  <a:pt x="851465" y="0"/>
                </a:moveTo>
                <a:lnTo>
                  <a:pt x="851463" y="190500"/>
                </a:lnTo>
                <a:lnTo>
                  <a:pt x="978464" y="127000"/>
                </a:lnTo>
                <a:lnTo>
                  <a:pt x="883215" y="127000"/>
                </a:lnTo>
                <a:lnTo>
                  <a:pt x="883215" y="63500"/>
                </a:lnTo>
                <a:lnTo>
                  <a:pt x="978465" y="63500"/>
                </a:lnTo>
                <a:lnTo>
                  <a:pt x="851465" y="0"/>
                </a:lnTo>
                <a:close/>
              </a:path>
              <a:path w="1042034" h="190500">
                <a:moveTo>
                  <a:pt x="851464" y="63500"/>
                </a:moveTo>
                <a:lnTo>
                  <a:pt x="0" y="63500"/>
                </a:lnTo>
                <a:lnTo>
                  <a:pt x="0" y="127000"/>
                </a:lnTo>
                <a:lnTo>
                  <a:pt x="851464" y="127000"/>
                </a:lnTo>
                <a:lnTo>
                  <a:pt x="851464" y="63500"/>
                </a:lnTo>
                <a:close/>
              </a:path>
              <a:path w="1042034" h="190500">
                <a:moveTo>
                  <a:pt x="978465" y="63500"/>
                </a:moveTo>
                <a:lnTo>
                  <a:pt x="883215" y="63500"/>
                </a:lnTo>
                <a:lnTo>
                  <a:pt x="883215" y="127000"/>
                </a:lnTo>
                <a:lnTo>
                  <a:pt x="978464" y="127000"/>
                </a:lnTo>
                <a:lnTo>
                  <a:pt x="1041965" y="95250"/>
                </a:lnTo>
                <a:lnTo>
                  <a:pt x="978465" y="63500"/>
                </a:lnTo>
                <a:close/>
              </a:path>
            </a:pathLst>
          </a:custGeom>
          <a:solidFill>
            <a:srgbClr val="000000"/>
          </a:solidFill>
        </p:spPr>
        <p:txBody>
          <a:bodyPr wrap="square" lIns="0" tIns="0" rIns="0" bIns="0" rtlCol="0"/>
          <a:lstStyle/>
          <a:p>
            <a:endParaRPr/>
          </a:p>
        </p:txBody>
      </p:sp>
      <p:grpSp>
        <p:nvGrpSpPr>
          <p:cNvPr id="6" name="object 6"/>
          <p:cNvGrpSpPr/>
          <p:nvPr/>
        </p:nvGrpSpPr>
        <p:grpSpPr>
          <a:xfrm>
            <a:off x="329715" y="2366104"/>
            <a:ext cx="2717800" cy="2123440"/>
            <a:chOff x="272206" y="3041840"/>
            <a:chExt cx="2717800" cy="2123440"/>
          </a:xfrm>
        </p:grpSpPr>
        <p:sp>
          <p:nvSpPr>
            <p:cNvPr id="7" name="object 7"/>
            <p:cNvSpPr/>
            <p:nvPr/>
          </p:nvSpPr>
          <p:spPr>
            <a:xfrm>
              <a:off x="2409088" y="4008224"/>
              <a:ext cx="580390" cy="190500"/>
            </a:xfrm>
            <a:custGeom>
              <a:avLst/>
              <a:gdLst/>
              <a:ahLst/>
              <a:cxnLst/>
              <a:rect l="l" t="t" r="r" b="b"/>
              <a:pathLst>
                <a:path w="580389" h="190500">
                  <a:moveTo>
                    <a:pt x="389790" y="0"/>
                  </a:moveTo>
                  <a:lnTo>
                    <a:pt x="389790" y="190500"/>
                  </a:lnTo>
                  <a:lnTo>
                    <a:pt x="516790" y="127001"/>
                  </a:lnTo>
                  <a:lnTo>
                    <a:pt x="421540" y="127001"/>
                  </a:lnTo>
                  <a:lnTo>
                    <a:pt x="421540" y="63501"/>
                  </a:lnTo>
                  <a:lnTo>
                    <a:pt x="516791" y="63501"/>
                  </a:lnTo>
                  <a:lnTo>
                    <a:pt x="389790" y="0"/>
                  </a:lnTo>
                  <a:close/>
                </a:path>
                <a:path w="580389" h="190500">
                  <a:moveTo>
                    <a:pt x="389790" y="63501"/>
                  </a:moveTo>
                  <a:lnTo>
                    <a:pt x="1" y="63501"/>
                  </a:lnTo>
                  <a:lnTo>
                    <a:pt x="0" y="127001"/>
                  </a:lnTo>
                  <a:lnTo>
                    <a:pt x="389790" y="127001"/>
                  </a:lnTo>
                  <a:lnTo>
                    <a:pt x="389790" y="63501"/>
                  </a:lnTo>
                  <a:close/>
                </a:path>
                <a:path w="580389" h="190500">
                  <a:moveTo>
                    <a:pt x="516791" y="63501"/>
                  </a:moveTo>
                  <a:lnTo>
                    <a:pt x="421540" y="63501"/>
                  </a:lnTo>
                  <a:lnTo>
                    <a:pt x="421540" y="127001"/>
                  </a:lnTo>
                  <a:lnTo>
                    <a:pt x="516790" y="127001"/>
                  </a:lnTo>
                  <a:lnTo>
                    <a:pt x="580290" y="95251"/>
                  </a:lnTo>
                  <a:lnTo>
                    <a:pt x="516791" y="63501"/>
                  </a:lnTo>
                  <a:close/>
                </a:path>
              </a:pathLst>
            </a:custGeom>
            <a:solidFill>
              <a:srgbClr val="000000"/>
            </a:solidFill>
          </p:spPr>
          <p:txBody>
            <a:bodyPr wrap="square" lIns="0" tIns="0" rIns="0" bIns="0" rtlCol="0"/>
            <a:lstStyle/>
            <a:p>
              <a:endParaRPr/>
            </a:p>
          </p:txBody>
        </p:sp>
        <p:pic>
          <p:nvPicPr>
            <p:cNvPr id="8" name="object 8"/>
            <p:cNvPicPr/>
            <p:nvPr/>
          </p:nvPicPr>
          <p:blipFill>
            <a:blip r:embed="rId2" cstate="print"/>
            <a:stretch>
              <a:fillRect/>
            </a:stretch>
          </p:blipFill>
          <p:spPr>
            <a:xfrm>
              <a:off x="272206" y="3041840"/>
              <a:ext cx="2136881" cy="2123245"/>
            </a:xfrm>
            <a:prstGeom prst="rect">
              <a:avLst/>
            </a:prstGeom>
          </p:spPr>
        </p:pic>
      </p:grpSp>
      <p:sp>
        <p:nvSpPr>
          <p:cNvPr id="9" name="object 9"/>
          <p:cNvSpPr txBox="1"/>
          <p:nvPr/>
        </p:nvSpPr>
        <p:spPr>
          <a:xfrm>
            <a:off x="9986016" y="3135999"/>
            <a:ext cx="2126615" cy="566822"/>
          </a:xfrm>
          <a:prstGeom prst="rect">
            <a:avLst/>
          </a:prstGeom>
        </p:spPr>
        <p:txBody>
          <a:bodyPr vert="horz" wrap="square" lIns="0" tIns="12700" rIns="0" bIns="0" rtlCol="0" anchor="t">
            <a:spAutoFit/>
          </a:bodyPr>
          <a:lstStyle/>
          <a:p>
            <a:pPr marL="12700" marR="5080">
              <a:lnSpc>
                <a:spcPct val="100000"/>
              </a:lnSpc>
              <a:spcBef>
                <a:spcPts val="100"/>
              </a:spcBef>
            </a:pPr>
            <a:r>
              <a:rPr>
                <a:latin typeface="Calibri"/>
                <a:cs typeface="Calibri"/>
              </a:rPr>
              <a:t>A</a:t>
            </a:r>
            <a:r>
              <a:rPr spc="-50">
                <a:latin typeface="Calibri"/>
                <a:cs typeface="Calibri"/>
              </a:rPr>
              <a:t> </a:t>
            </a:r>
            <a:r>
              <a:rPr>
                <a:latin typeface="Calibri"/>
                <a:cs typeface="Calibri"/>
              </a:rPr>
              <a:t>bird</a:t>
            </a:r>
            <a:r>
              <a:rPr spc="-40">
                <a:latin typeface="Calibri"/>
                <a:cs typeface="Calibri"/>
              </a:rPr>
              <a:t> </a:t>
            </a:r>
            <a:r>
              <a:rPr>
                <a:latin typeface="Calibri"/>
                <a:cs typeface="Calibri"/>
              </a:rPr>
              <a:t>flying</a:t>
            </a:r>
            <a:r>
              <a:rPr spc="-45">
                <a:latin typeface="Calibri"/>
                <a:cs typeface="Calibri"/>
              </a:rPr>
              <a:t> </a:t>
            </a:r>
            <a:r>
              <a:rPr spc="-20">
                <a:latin typeface="Calibri"/>
                <a:cs typeface="Calibri"/>
              </a:rPr>
              <a:t>over </a:t>
            </a:r>
            <a:r>
              <a:rPr>
                <a:latin typeface="Calibri"/>
                <a:cs typeface="Calibri"/>
              </a:rPr>
              <a:t>a</a:t>
            </a:r>
            <a:r>
              <a:rPr spc="-30">
                <a:latin typeface="Calibri"/>
                <a:cs typeface="Calibri"/>
              </a:rPr>
              <a:t> </a:t>
            </a:r>
            <a:r>
              <a:rPr>
                <a:latin typeface="Calibri"/>
                <a:cs typeface="Calibri"/>
              </a:rPr>
              <a:t>body</a:t>
            </a:r>
            <a:r>
              <a:rPr spc="-25">
                <a:latin typeface="Calibri"/>
                <a:cs typeface="Calibri"/>
              </a:rPr>
              <a:t> </a:t>
            </a:r>
            <a:r>
              <a:rPr>
                <a:latin typeface="Calibri"/>
                <a:cs typeface="Calibri"/>
              </a:rPr>
              <a:t>of</a:t>
            </a:r>
            <a:r>
              <a:rPr spc="-20">
                <a:latin typeface="Calibri"/>
                <a:cs typeface="Calibri"/>
              </a:rPr>
              <a:t> </a:t>
            </a:r>
            <a:r>
              <a:rPr spc="-10">
                <a:latin typeface="Calibri"/>
                <a:cs typeface="Calibri"/>
              </a:rPr>
              <a:t>water.</a:t>
            </a:r>
            <a:endParaRPr lang="en-US">
              <a:latin typeface="Calibri"/>
              <a:ea typeface="Calibri"/>
              <a:cs typeface="Calibri"/>
            </a:endParaRPr>
          </a:p>
        </p:txBody>
      </p:sp>
      <p:sp>
        <p:nvSpPr>
          <p:cNvPr id="10" name="object 10"/>
          <p:cNvSpPr/>
          <p:nvPr/>
        </p:nvSpPr>
        <p:spPr>
          <a:xfrm>
            <a:off x="9247001" y="3332487"/>
            <a:ext cx="580390" cy="190500"/>
          </a:xfrm>
          <a:custGeom>
            <a:avLst/>
            <a:gdLst/>
            <a:ahLst/>
            <a:cxnLst/>
            <a:rect l="l" t="t" r="r" b="b"/>
            <a:pathLst>
              <a:path w="580390" h="190500">
                <a:moveTo>
                  <a:pt x="389790" y="0"/>
                </a:moveTo>
                <a:lnTo>
                  <a:pt x="389789" y="190500"/>
                </a:lnTo>
                <a:lnTo>
                  <a:pt x="516788" y="127001"/>
                </a:lnTo>
                <a:lnTo>
                  <a:pt x="421539" y="127001"/>
                </a:lnTo>
                <a:lnTo>
                  <a:pt x="421539" y="63501"/>
                </a:lnTo>
                <a:lnTo>
                  <a:pt x="516790" y="63501"/>
                </a:lnTo>
                <a:lnTo>
                  <a:pt x="389790" y="0"/>
                </a:lnTo>
                <a:close/>
              </a:path>
              <a:path w="580390" h="190500">
                <a:moveTo>
                  <a:pt x="389790" y="63501"/>
                </a:moveTo>
                <a:lnTo>
                  <a:pt x="0" y="63501"/>
                </a:lnTo>
                <a:lnTo>
                  <a:pt x="0" y="127001"/>
                </a:lnTo>
                <a:lnTo>
                  <a:pt x="389790" y="127001"/>
                </a:lnTo>
                <a:lnTo>
                  <a:pt x="389790" y="63501"/>
                </a:lnTo>
                <a:close/>
              </a:path>
              <a:path w="580390" h="190500">
                <a:moveTo>
                  <a:pt x="516790" y="63501"/>
                </a:moveTo>
                <a:lnTo>
                  <a:pt x="421539" y="63501"/>
                </a:lnTo>
                <a:lnTo>
                  <a:pt x="421539" y="127001"/>
                </a:lnTo>
                <a:lnTo>
                  <a:pt x="516788" y="127001"/>
                </a:lnTo>
                <a:lnTo>
                  <a:pt x="580289" y="95251"/>
                </a:lnTo>
                <a:lnTo>
                  <a:pt x="516790" y="63501"/>
                </a:lnTo>
                <a:close/>
              </a:path>
            </a:pathLst>
          </a:custGeom>
          <a:solidFill>
            <a:srgbClr val="000000"/>
          </a:solidFill>
        </p:spPr>
        <p:txBody>
          <a:bodyPr wrap="square" lIns="0" tIns="0" rIns="0" bIns="0" rtlCol="0"/>
          <a:lstStyle/>
          <a:p>
            <a:endParaRPr/>
          </a:p>
        </p:txBody>
      </p:sp>
      <p:sp>
        <p:nvSpPr>
          <p:cNvPr id="11" name="object 11"/>
          <p:cNvSpPr txBox="1"/>
          <p:nvPr/>
        </p:nvSpPr>
        <p:spPr>
          <a:xfrm>
            <a:off x="873807" y="1933629"/>
            <a:ext cx="1369394" cy="320601"/>
          </a:xfrm>
          <a:prstGeom prst="rect">
            <a:avLst/>
          </a:prstGeom>
        </p:spPr>
        <p:txBody>
          <a:bodyPr vert="horz" wrap="square" lIns="0" tIns="12700" rIns="0" bIns="0" rtlCol="0" anchor="t">
            <a:spAutoFit/>
          </a:bodyPr>
          <a:lstStyle/>
          <a:p>
            <a:pPr marL="12700" algn="ctr">
              <a:lnSpc>
                <a:spcPct val="100000"/>
              </a:lnSpc>
              <a:spcBef>
                <a:spcPts val="100"/>
              </a:spcBef>
            </a:pPr>
            <a:r>
              <a:rPr sz="2000" spc="-10">
                <a:solidFill>
                  <a:srgbClr val="0432FF"/>
                </a:solidFill>
                <a:latin typeface="Calibri"/>
                <a:cs typeface="Calibri"/>
              </a:rPr>
              <a:t>Image</a:t>
            </a:r>
            <a:endParaRPr lang="en-US" sz="2000">
              <a:latin typeface="Calibri"/>
              <a:ea typeface="Calibri"/>
              <a:cs typeface="Calibri"/>
            </a:endParaRPr>
          </a:p>
        </p:txBody>
      </p:sp>
      <p:sp>
        <p:nvSpPr>
          <p:cNvPr id="12" name="object 12"/>
          <p:cNvSpPr txBox="1"/>
          <p:nvPr/>
        </p:nvSpPr>
        <p:spPr>
          <a:xfrm>
            <a:off x="9984733" y="1933629"/>
            <a:ext cx="1144905" cy="320601"/>
          </a:xfrm>
          <a:prstGeom prst="rect">
            <a:avLst/>
          </a:prstGeom>
        </p:spPr>
        <p:txBody>
          <a:bodyPr vert="horz" wrap="square" lIns="0" tIns="12700" rIns="0" bIns="0" rtlCol="0" anchor="t">
            <a:spAutoFit/>
          </a:bodyPr>
          <a:lstStyle/>
          <a:p>
            <a:pPr marL="12700" algn="ctr">
              <a:lnSpc>
                <a:spcPct val="100000"/>
              </a:lnSpc>
              <a:spcBef>
                <a:spcPts val="100"/>
              </a:spcBef>
            </a:pPr>
            <a:r>
              <a:rPr sz="2000" spc="-10">
                <a:solidFill>
                  <a:srgbClr val="0432FF"/>
                </a:solidFill>
                <a:latin typeface="Calibri"/>
                <a:cs typeface="Calibri"/>
              </a:rPr>
              <a:t>Caption</a:t>
            </a:r>
            <a:endParaRPr lang="en-US" sz="2000">
              <a:latin typeface="Calibri"/>
              <a:ea typeface="Calibri"/>
              <a:cs typeface="Calibri"/>
            </a:endParaRPr>
          </a:p>
        </p:txBody>
      </p:sp>
      <p:sp>
        <p:nvSpPr>
          <p:cNvPr id="26" name="TextBox 25">
            <a:extLst>
              <a:ext uri="{FF2B5EF4-FFF2-40B4-BE49-F238E27FC236}">
                <a16:creationId xmlns:a16="http://schemas.microsoft.com/office/drawing/2014/main" id="{F3829238-D22E-740C-B078-A68D8F8B2FE5}"/>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28" name="TextBox 27">
            <a:extLst>
              <a:ext uri="{FF2B5EF4-FFF2-40B4-BE49-F238E27FC236}">
                <a16:creationId xmlns:a16="http://schemas.microsoft.com/office/drawing/2014/main" id="{D7BBF9A6-CFBC-65D8-EB72-685855E545AB}"/>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30" name="TextBox 29">
            <a:extLst>
              <a:ext uri="{FF2B5EF4-FFF2-40B4-BE49-F238E27FC236}">
                <a16:creationId xmlns:a16="http://schemas.microsoft.com/office/drawing/2014/main" id="{D6678258-B7BE-5BF6-FAD5-3202FE88AE8E}"/>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32" name="TextBox 31">
            <a:extLst>
              <a:ext uri="{FF2B5EF4-FFF2-40B4-BE49-F238E27FC236}">
                <a16:creationId xmlns:a16="http://schemas.microsoft.com/office/drawing/2014/main" id="{E00604BB-0A73-22D0-2EED-07B5E79DB06B}"/>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34" name="TextBox 33">
            <a:extLst>
              <a:ext uri="{FF2B5EF4-FFF2-40B4-BE49-F238E27FC236}">
                <a16:creationId xmlns:a16="http://schemas.microsoft.com/office/drawing/2014/main" id="{C4BA2251-488C-D6D5-D32B-34BD0FBE79A3}"/>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36" name="TextBox 35">
            <a:extLst>
              <a:ext uri="{FF2B5EF4-FFF2-40B4-BE49-F238E27FC236}">
                <a16:creationId xmlns:a16="http://schemas.microsoft.com/office/drawing/2014/main" id="{FE5A6555-C037-EAE1-86B7-3282DA3F46EC}"/>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78836-3FF1-A9F8-3CAC-7085D078D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F55BA-1485-CC07-D709-57E080F8349D}"/>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66B9105B-904E-5F2F-90C0-BC30B3D37C29}"/>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D3893002-67ED-2EB1-9348-F4A876C4F8BD}"/>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914D8DFD-A16C-ACAE-FF40-C61B23A31915}"/>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C6FA3329-0022-A685-0D21-9720F71ECE89}"/>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0F7516E0-DDD9-7A7C-A123-1E26F0ED759A}"/>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49BD6F62-3722-51E8-7DFD-169D8B6B0374}"/>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CA55EDB8-4B36-F816-3CE3-B8974A735B18}"/>
              </a:ext>
            </a:extLst>
          </p:cNvPr>
          <p:cNvSpPr txBox="1">
            <a:spLocks/>
          </p:cNvSpPr>
          <p:nvPr/>
        </p:nvSpPr>
        <p:spPr>
          <a:xfrm>
            <a:off x="1706475" y="1297324"/>
            <a:ext cx="8119469" cy="1757257"/>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spcBef>
                <a:spcPts val="200"/>
              </a:spcBef>
              <a:buFont typeface="Courier New"/>
              <a:buChar char="o"/>
            </a:pPr>
            <a:r>
              <a:rPr lang="en-US" sz="1600">
                <a:latin typeface="Times New Roman"/>
                <a:ea typeface="+mn-lt"/>
                <a:cs typeface="+mn-lt"/>
              </a:rPr>
              <a:t>The Inception-v3 model is a deep convolutional neural network that was designed and trained to perform image classification tasks. </a:t>
            </a:r>
            <a:endParaRPr lang="en-US" sz="1600">
              <a:latin typeface="Times New Roman"/>
              <a:ea typeface="Calibri"/>
              <a:cs typeface="Calibri"/>
            </a:endParaRPr>
          </a:p>
          <a:p>
            <a:pPr>
              <a:spcBef>
                <a:spcPts val="200"/>
              </a:spcBef>
              <a:buFont typeface="Courier New"/>
              <a:buChar char="o"/>
            </a:pPr>
            <a:r>
              <a:rPr lang="en-US" sz="1600">
                <a:latin typeface="Times New Roman"/>
                <a:ea typeface="+mn-lt"/>
                <a:cs typeface="+mn-lt"/>
              </a:rPr>
              <a:t>Inception-v3 is a successor to the earlier Inception models and incorporates several key features such as:</a:t>
            </a:r>
            <a:endParaRPr lang="en-US" sz="1600">
              <a:latin typeface="Times New Roman"/>
              <a:ea typeface="Calibri"/>
              <a:cs typeface="Calibri"/>
            </a:endParaRPr>
          </a:p>
          <a:p>
            <a:pPr>
              <a:spcBef>
                <a:spcPts val="200"/>
              </a:spcBef>
              <a:buFont typeface="Courier New"/>
              <a:buChar char="o"/>
            </a:pPr>
            <a:r>
              <a:rPr lang="en-US" sz="1600">
                <a:latin typeface="Times New Roman"/>
                <a:ea typeface="+mn-lt"/>
                <a:cs typeface="+mn-lt"/>
              </a:rPr>
              <a:t>Factorized convolution</a:t>
            </a:r>
            <a:endParaRPr lang="en-US" sz="1600">
              <a:latin typeface="Times New Roman"/>
              <a:ea typeface="Calibri"/>
              <a:cs typeface="Calibri"/>
            </a:endParaRPr>
          </a:p>
          <a:p>
            <a:pPr>
              <a:spcBef>
                <a:spcPts val="200"/>
              </a:spcBef>
              <a:buFont typeface="Courier New"/>
              <a:buChar char="o"/>
            </a:pPr>
            <a:r>
              <a:rPr lang="en-US" sz="1600">
                <a:latin typeface="Times New Roman"/>
                <a:ea typeface="+mn-lt"/>
                <a:cs typeface="+mn-lt"/>
              </a:rPr>
              <a:t>Inception modules</a:t>
            </a:r>
            <a:endParaRPr lang="en-US" sz="1600">
              <a:latin typeface="Times New Roman"/>
              <a:ea typeface="Calibri"/>
              <a:cs typeface="Calibri"/>
            </a:endParaRPr>
          </a:p>
          <a:p>
            <a:pPr>
              <a:spcBef>
                <a:spcPts val="200"/>
              </a:spcBef>
              <a:buFont typeface="Courier New"/>
              <a:buChar char="o"/>
            </a:pPr>
            <a:r>
              <a:rPr lang="en-US" sz="1600">
                <a:latin typeface="Times New Roman"/>
                <a:ea typeface="+mn-lt"/>
                <a:cs typeface="+mn-lt"/>
              </a:rPr>
              <a:t>Auxiliary classifiers</a:t>
            </a:r>
            <a:endParaRPr lang="en-US" sz="1600">
              <a:latin typeface="Times New Roman"/>
              <a:ea typeface="Calibri"/>
              <a:cs typeface="Calibri"/>
            </a:endParaRPr>
          </a:p>
          <a:p>
            <a:pPr>
              <a:spcBef>
                <a:spcPts val="200"/>
              </a:spcBef>
              <a:buFont typeface="Courier New"/>
              <a:buChar char="o"/>
            </a:pPr>
            <a:endParaRPr lang="en-US" sz="1600">
              <a:latin typeface="Times New Roman"/>
              <a:ea typeface="Calibri"/>
              <a:cs typeface="Calibri"/>
            </a:endParaRPr>
          </a:p>
          <a:p>
            <a:pPr>
              <a:spcBef>
                <a:spcPts val="200"/>
              </a:spcBef>
              <a:buFont typeface="Courier New"/>
              <a:buChar char="o"/>
            </a:pPr>
            <a:endParaRPr lang="en-US" sz="1600">
              <a:latin typeface="Times New Roman"/>
              <a:ea typeface="Calibri"/>
              <a:cs typeface="Calibri"/>
            </a:endParaRPr>
          </a:p>
          <a:p>
            <a:pPr>
              <a:buFont typeface="Courier New"/>
              <a:buChar char="o"/>
            </a:pPr>
            <a:endParaRPr lang="en-US" sz="3200">
              <a:ea typeface="Calibri"/>
              <a:cs typeface="Calibri"/>
            </a:endParaRPr>
          </a:p>
          <a:p>
            <a:pPr>
              <a:buFont typeface="Courier New"/>
              <a:buChar char="o"/>
            </a:pPr>
            <a:endParaRPr lang="en-US" sz="3200">
              <a:ea typeface="Calibri"/>
              <a:cs typeface="Calibri"/>
            </a:endParaRPr>
          </a:p>
          <a:p>
            <a:pPr>
              <a:buFont typeface="Courier New"/>
              <a:buChar char="o"/>
            </a:pPr>
            <a:endParaRPr lang="en-US" sz="3200">
              <a:ea typeface="Calibri"/>
              <a:cs typeface="Calibri"/>
            </a:endParaRPr>
          </a:p>
        </p:txBody>
      </p:sp>
      <p:sp>
        <p:nvSpPr>
          <p:cNvPr id="19" name="Title 1">
            <a:extLst>
              <a:ext uri="{FF2B5EF4-FFF2-40B4-BE49-F238E27FC236}">
                <a16:creationId xmlns:a16="http://schemas.microsoft.com/office/drawing/2014/main" id="{7394EEAC-ED78-9FE0-A6C0-337FA66DCAB7}"/>
              </a:ext>
            </a:extLst>
          </p:cNvPr>
          <p:cNvSpPr txBox="1">
            <a:spLocks/>
          </p:cNvSpPr>
          <p:nvPr/>
        </p:nvSpPr>
        <p:spPr>
          <a:xfrm>
            <a:off x="605481" y="109881"/>
            <a:ext cx="10981871" cy="91621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a:ea typeface="Calibri"/>
                <a:cs typeface="Calibri"/>
              </a:rPr>
              <a:t>Inception V3</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pic>
        <p:nvPicPr>
          <p:cNvPr id="4" name="Picture 3">
            <a:extLst>
              <a:ext uri="{FF2B5EF4-FFF2-40B4-BE49-F238E27FC236}">
                <a16:creationId xmlns:a16="http://schemas.microsoft.com/office/drawing/2014/main" id="{15C7607B-5862-337C-25B1-736A57EFF286}"/>
              </a:ext>
            </a:extLst>
          </p:cNvPr>
          <p:cNvPicPr>
            <a:picLocks noChangeAspect="1"/>
          </p:cNvPicPr>
          <p:nvPr/>
        </p:nvPicPr>
        <p:blipFill>
          <a:blip r:embed="rId3"/>
          <a:stretch>
            <a:fillRect/>
          </a:stretch>
        </p:blipFill>
        <p:spPr>
          <a:xfrm>
            <a:off x="7403707" y="3257995"/>
            <a:ext cx="3764986" cy="23016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80CD98AD-E37D-FFE6-841E-DFB8297C4C43}"/>
              </a:ext>
            </a:extLst>
          </p:cNvPr>
          <p:cNvSpPr txBox="1"/>
          <p:nvPr/>
        </p:nvSpPr>
        <p:spPr>
          <a:xfrm>
            <a:off x="7392289" y="5762611"/>
            <a:ext cx="37881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000">
                <a:latin typeface="Times New Roman"/>
                <a:ea typeface="+mn-lt"/>
                <a:cs typeface="+mn-lt"/>
              </a:rPr>
              <a:t>https://datascience.stackexchange.com/questions/15328/what-is-the-difference-between-inception-v2-and-inception-v3</a:t>
            </a:r>
            <a:endParaRPr lang="en-US" sz="1000">
              <a:latin typeface="Times New Roman"/>
              <a:ea typeface="Calibri"/>
              <a:cs typeface="Calibri"/>
            </a:endParaRPr>
          </a:p>
        </p:txBody>
      </p:sp>
      <p:sp>
        <p:nvSpPr>
          <p:cNvPr id="12" name="TextBox 11">
            <a:extLst>
              <a:ext uri="{FF2B5EF4-FFF2-40B4-BE49-F238E27FC236}">
                <a16:creationId xmlns:a16="http://schemas.microsoft.com/office/drawing/2014/main" id="{5D2CD8F6-F8BA-7213-C158-E8D155C639FE}"/>
              </a:ext>
            </a:extLst>
          </p:cNvPr>
          <p:cNvSpPr txBox="1"/>
          <p:nvPr/>
        </p:nvSpPr>
        <p:spPr>
          <a:xfrm>
            <a:off x="1359245" y="5346357"/>
            <a:ext cx="54740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latin typeface="Times New Roman"/>
                <a:ea typeface="+mn-lt"/>
                <a:cs typeface="+mn-lt"/>
              </a:rPr>
              <a:t>https://medium.com/@792/the-inceptionv3-experiment-a-shallow-sight-on-transfer-learning-74e8ef4a4533</a:t>
            </a:r>
            <a:endParaRPr lang="en-US" sz="1000">
              <a:latin typeface="Times New Roman"/>
              <a:ea typeface="Calibri"/>
              <a:cs typeface="Calibri"/>
            </a:endParaRPr>
          </a:p>
        </p:txBody>
      </p:sp>
      <p:pic>
        <p:nvPicPr>
          <p:cNvPr id="14" name="Picture 13">
            <a:extLst>
              <a:ext uri="{FF2B5EF4-FFF2-40B4-BE49-F238E27FC236}">
                <a16:creationId xmlns:a16="http://schemas.microsoft.com/office/drawing/2014/main" id="{8CE74BB4-1E99-E6E2-43CE-0FC2641AA556}"/>
              </a:ext>
            </a:extLst>
          </p:cNvPr>
          <p:cNvPicPr>
            <a:picLocks noChangeAspect="1"/>
          </p:cNvPicPr>
          <p:nvPr/>
        </p:nvPicPr>
        <p:blipFill>
          <a:blip r:embed="rId4"/>
          <a:stretch>
            <a:fillRect/>
          </a:stretch>
        </p:blipFill>
        <p:spPr>
          <a:xfrm>
            <a:off x="1342768" y="3430038"/>
            <a:ext cx="5490518" cy="1867912"/>
          </a:xfrm>
          <a:prstGeom prst="rect">
            <a:avLst/>
          </a:prstGeom>
        </p:spPr>
      </p:pic>
    </p:spTree>
    <p:extLst>
      <p:ext uri="{BB962C8B-B14F-4D97-AF65-F5344CB8AC3E}">
        <p14:creationId xmlns:p14="http://schemas.microsoft.com/office/powerpoint/2010/main" val="1088050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D6B5-E898-B717-0823-3A3ECBA9E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61EAC-B8E0-58E3-5502-D129C6DF9CA0}"/>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00EC1C2C-ACA5-7A6C-B55F-B6F81CB53EBD}"/>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26F635E5-6817-EC4F-FC0D-E23B1A0EE1D1}"/>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1139D48B-4B50-00EA-7DE9-221CB6BE5AF4}"/>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1593F9CA-ADDA-BFC9-E7D1-4C54772D34D6}"/>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60EFBA9A-4BF1-6A7B-4232-3AFC112977CC}"/>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8EC34089-3B29-1807-4DB0-E365D9CC8DDC}"/>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563414BA-6C84-6C8D-9CDF-F3F8675E5617}"/>
              </a:ext>
            </a:extLst>
          </p:cNvPr>
          <p:cNvSpPr txBox="1">
            <a:spLocks/>
          </p:cNvSpPr>
          <p:nvPr/>
        </p:nvSpPr>
        <p:spPr>
          <a:xfrm>
            <a:off x="1361762" y="1247505"/>
            <a:ext cx="5896968" cy="1820758"/>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a:buChar char="o"/>
            </a:pPr>
            <a:r>
              <a:rPr lang="en-US" sz="1600">
                <a:solidFill>
                  <a:srgbClr val="0D0D0D"/>
                </a:solidFill>
                <a:latin typeface="Times New Roman"/>
                <a:ea typeface="+mn-lt"/>
                <a:cs typeface="+mn-lt"/>
              </a:rPr>
              <a:t>Skipping immediate connections!</a:t>
            </a:r>
            <a:endParaRPr lang="en-US" sz="1600">
              <a:latin typeface="Times New Roman"/>
              <a:ea typeface="Calibri"/>
              <a:cs typeface="Calibri"/>
            </a:endParaRPr>
          </a:p>
          <a:p>
            <a:pPr>
              <a:buFont typeface="Courier New"/>
              <a:buChar char="o"/>
            </a:pPr>
            <a:r>
              <a:rPr lang="en-US" sz="1600">
                <a:solidFill>
                  <a:srgbClr val="0D0D0D"/>
                </a:solidFill>
                <a:latin typeface="Times New Roman"/>
                <a:ea typeface="+mn-lt"/>
                <a:cs typeface="+mn-lt"/>
              </a:rPr>
              <a:t>Referred to as residual part of the network.</a:t>
            </a:r>
            <a:endParaRPr lang="en-US" sz="1600">
              <a:latin typeface="Times New Roman"/>
              <a:ea typeface="Calibri"/>
              <a:cs typeface="Calibri"/>
            </a:endParaRPr>
          </a:p>
          <a:p>
            <a:pPr>
              <a:buFont typeface="Courier New"/>
              <a:buChar char="o"/>
            </a:pPr>
            <a:r>
              <a:rPr lang="en-US" sz="1600">
                <a:solidFill>
                  <a:srgbClr val="0D0D0D"/>
                </a:solidFill>
                <a:latin typeface="Times New Roman"/>
                <a:ea typeface="+mn-lt"/>
                <a:cs typeface="+mn-lt"/>
              </a:rPr>
              <a:t>Such residual part receives the input as an amplifier to its output </a:t>
            </a:r>
            <a:endParaRPr lang="en-US" sz="1600">
              <a:solidFill>
                <a:srgbClr val="0D0D0D"/>
              </a:solidFill>
              <a:latin typeface="Times New Roman"/>
              <a:ea typeface="Calibri"/>
              <a:cs typeface="Calibri"/>
            </a:endParaRPr>
          </a:p>
          <a:p>
            <a:pPr>
              <a:buFont typeface="Courier New"/>
              <a:buChar char="o"/>
            </a:pPr>
            <a:r>
              <a:rPr lang="en-US" sz="1600">
                <a:solidFill>
                  <a:srgbClr val="0D0D0D"/>
                </a:solidFill>
                <a:latin typeface="Times New Roman"/>
                <a:ea typeface="+mn-lt"/>
                <a:cs typeface="+mn-lt"/>
              </a:rPr>
              <a:t>The dimensions usually are the same.</a:t>
            </a:r>
            <a:endParaRPr lang="en-US" sz="1600">
              <a:latin typeface="Times New Roman"/>
              <a:ea typeface="+mn-lt"/>
              <a:cs typeface="+mn-lt"/>
            </a:endParaRPr>
          </a:p>
          <a:p>
            <a:pPr>
              <a:buFont typeface="Courier New"/>
              <a:buChar char="o"/>
            </a:pPr>
            <a:r>
              <a:rPr lang="en-US" sz="1600">
                <a:solidFill>
                  <a:srgbClr val="0D0D0D"/>
                </a:solidFill>
                <a:latin typeface="Times New Roman"/>
                <a:ea typeface="+mn-lt"/>
                <a:cs typeface="+mn-lt"/>
              </a:rPr>
              <a:t>Another option is to use a projection to the output space.</a:t>
            </a:r>
            <a:endParaRPr lang="en-US" sz="1600">
              <a:latin typeface="Times New Roman"/>
              <a:ea typeface="Calibri"/>
              <a:cs typeface="Calibri"/>
            </a:endParaRPr>
          </a:p>
          <a:p>
            <a:pPr>
              <a:buFont typeface="Courier New"/>
              <a:buChar char="o"/>
            </a:pPr>
            <a:r>
              <a:rPr lang="en-US" sz="1600">
                <a:solidFill>
                  <a:srgbClr val="0D0D0D"/>
                </a:solidFill>
                <a:latin typeface="Times New Roman"/>
                <a:ea typeface="+mn-lt"/>
                <a:cs typeface="+mn-lt"/>
              </a:rPr>
              <a:t>Either way – no additional training parameters are used.</a:t>
            </a:r>
            <a:endParaRPr lang="en-US" sz="1600">
              <a:latin typeface="Times New Roman"/>
              <a:ea typeface="Calibri"/>
              <a:cs typeface="Calibri"/>
            </a:endParaRPr>
          </a:p>
          <a:p>
            <a:pPr>
              <a:buFont typeface="Courier New"/>
              <a:buChar char="o"/>
            </a:pPr>
            <a:endParaRPr lang="en-US" sz="1600">
              <a:latin typeface="Times New Roman"/>
              <a:ea typeface="Calibri"/>
              <a:cs typeface="Calibri"/>
            </a:endParaRPr>
          </a:p>
        </p:txBody>
      </p:sp>
      <p:sp>
        <p:nvSpPr>
          <p:cNvPr id="19" name="Title 1">
            <a:extLst>
              <a:ext uri="{FF2B5EF4-FFF2-40B4-BE49-F238E27FC236}">
                <a16:creationId xmlns:a16="http://schemas.microsoft.com/office/drawing/2014/main" id="{8640C629-5A96-185B-4DEB-83BCE1AC1F49}"/>
              </a:ext>
            </a:extLst>
          </p:cNvPr>
          <p:cNvSpPr txBox="1">
            <a:spLocks/>
          </p:cNvSpPr>
          <p:nvPr/>
        </p:nvSpPr>
        <p:spPr>
          <a:xfrm>
            <a:off x="712573" y="109881"/>
            <a:ext cx="10972800" cy="68942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a:ea typeface="Calibri"/>
                <a:cs typeface="Calibri"/>
              </a:rPr>
              <a:t>ResNet</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pic>
        <p:nvPicPr>
          <p:cNvPr id="20" name="Picture 19" descr="A diagram of a stacking block&#10;&#10;AI-generated content may be incorrect.">
            <a:extLst>
              <a:ext uri="{FF2B5EF4-FFF2-40B4-BE49-F238E27FC236}">
                <a16:creationId xmlns:a16="http://schemas.microsoft.com/office/drawing/2014/main" id="{6446FE08-3521-BC74-A455-CC69E4740D94}"/>
              </a:ext>
            </a:extLst>
          </p:cNvPr>
          <p:cNvPicPr>
            <a:picLocks noChangeAspect="1"/>
          </p:cNvPicPr>
          <p:nvPr/>
        </p:nvPicPr>
        <p:blipFill>
          <a:blip r:embed="rId2"/>
          <a:stretch>
            <a:fillRect/>
          </a:stretch>
        </p:blipFill>
        <p:spPr>
          <a:xfrm>
            <a:off x="1824533" y="3608512"/>
            <a:ext cx="7798143" cy="23237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1" name="Picture 20">
            <a:extLst>
              <a:ext uri="{FF2B5EF4-FFF2-40B4-BE49-F238E27FC236}">
                <a16:creationId xmlns:a16="http://schemas.microsoft.com/office/drawing/2014/main" id="{ECEA1953-CC72-EE8E-A705-C0A61635298E}"/>
              </a:ext>
            </a:extLst>
          </p:cNvPr>
          <p:cNvPicPr>
            <a:picLocks noChangeAspect="1"/>
          </p:cNvPicPr>
          <p:nvPr/>
        </p:nvPicPr>
        <p:blipFill>
          <a:blip r:embed="rId3"/>
          <a:stretch>
            <a:fillRect/>
          </a:stretch>
        </p:blipFill>
        <p:spPr>
          <a:xfrm>
            <a:off x="7311816" y="1354766"/>
            <a:ext cx="3168481" cy="18082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3E66F486-E822-4C9A-1EA4-1754669C99B6}"/>
              </a:ext>
            </a:extLst>
          </p:cNvPr>
          <p:cNvSpPr txBox="1"/>
          <p:nvPr/>
        </p:nvSpPr>
        <p:spPr>
          <a:xfrm>
            <a:off x="1779376" y="6021859"/>
            <a:ext cx="792479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latin typeface="Times New Roman"/>
                <a:ea typeface="+mn-lt"/>
                <a:cs typeface="+mn-lt"/>
              </a:rPr>
              <a:t>https://www.geeksforgeeks.org/residual-networks-resnet-deep-learning/</a:t>
            </a:r>
            <a:r>
              <a:rPr lang="en-US" sz="1000">
                <a:latin typeface="Times New Roman"/>
                <a:cs typeface="Times New Roman"/>
              </a:rPr>
              <a:t>https://www.geeksforgeeks.org/</a:t>
            </a:r>
            <a:r>
              <a:rPr lang="en-US" sz="1000">
                <a:latin typeface="Times New Roman"/>
                <a:ea typeface="+mn-lt"/>
                <a:cs typeface="+mn-lt"/>
              </a:rPr>
              <a:t>residual-networks-resnet-deep-learning</a:t>
            </a:r>
            <a:r>
              <a:rPr lang="en-US" sz="1000">
                <a:latin typeface="Times New Roman"/>
                <a:cs typeface="Times New Roman"/>
              </a:rPr>
              <a:t>/</a:t>
            </a:r>
            <a:endParaRPr lang="en-US" sz="1000">
              <a:latin typeface="Times New Roman"/>
              <a:ea typeface="Calibri"/>
              <a:cs typeface="Times New Roman"/>
            </a:endParaRPr>
          </a:p>
        </p:txBody>
      </p:sp>
      <p:sp>
        <p:nvSpPr>
          <p:cNvPr id="4" name="TextBox 3">
            <a:extLst>
              <a:ext uri="{FF2B5EF4-FFF2-40B4-BE49-F238E27FC236}">
                <a16:creationId xmlns:a16="http://schemas.microsoft.com/office/drawing/2014/main" id="{6B95214A-860D-C761-9E7C-EC5C8721295D}"/>
              </a:ext>
            </a:extLst>
          </p:cNvPr>
          <p:cNvSpPr txBox="1"/>
          <p:nvPr/>
        </p:nvSpPr>
        <p:spPr>
          <a:xfrm>
            <a:off x="7287635" y="3189312"/>
            <a:ext cx="387717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Times New Roman"/>
                <a:cs typeface="Times New Roman"/>
              </a:rPr>
              <a:t>https://www.geeksforgeeks.org/residual-networks-resnet-deep-learning/</a:t>
            </a:r>
            <a:endParaRPr lang="en-US" sz="1000">
              <a:latin typeface="Times New Roman"/>
              <a:ea typeface="Calibri"/>
              <a:cs typeface="Times New Roman"/>
            </a:endParaRPr>
          </a:p>
        </p:txBody>
      </p:sp>
    </p:spTree>
    <p:extLst>
      <p:ext uri="{BB962C8B-B14F-4D97-AF65-F5344CB8AC3E}">
        <p14:creationId xmlns:p14="http://schemas.microsoft.com/office/powerpoint/2010/main" val="2863739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74125-61CE-BF6B-27F2-84438EE41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8334E-ACBE-F951-0FA3-43F99FAED5A8}"/>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54A6AC95-1962-62A5-A52F-2DA91B726965}"/>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29762B04-0802-2C80-5B51-8CAB0CE4B5FB}"/>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36AC6DDD-4025-C773-C813-977F4427CA84}"/>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D4D0582C-40F2-02C7-0F85-67B9DDCE5506}"/>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62309D36-15B1-5780-EE47-D40CDBD43C2A}"/>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EBD79C00-3537-38A6-9517-72B7F0904822}"/>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07CB1484-13FC-B210-DFAF-55EB444F6BEB}"/>
              </a:ext>
            </a:extLst>
          </p:cNvPr>
          <p:cNvSpPr txBox="1">
            <a:spLocks/>
          </p:cNvSpPr>
          <p:nvPr/>
        </p:nvSpPr>
        <p:spPr>
          <a:xfrm>
            <a:off x="612507" y="1470583"/>
            <a:ext cx="6137829" cy="4079853"/>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None/>
            </a:pPr>
            <a:r>
              <a:rPr lang="en-US" sz="1600" b="1" err="1">
                <a:solidFill>
                  <a:srgbClr val="444444"/>
                </a:solidFill>
                <a:latin typeface="Times New Roman"/>
                <a:ea typeface="+mn-lt"/>
                <a:cs typeface="+mn-lt"/>
              </a:rPr>
              <a:t>MBConv</a:t>
            </a:r>
            <a:r>
              <a:rPr lang="en-US" sz="1600" b="1">
                <a:solidFill>
                  <a:srgbClr val="444444"/>
                </a:solidFill>
                <a:latin typeface="Times New Roman"/>
                <a:ea typeface="+mn-lt"/>
                <a:cs typeface="+mn-lt"/>
              </a:rPr>
              <a:t> Block (Mobile Inverted Bottleneck Convolution)</a:t>
            </a:r>
            <a:endParaRPr lang="en-US" sz="1600">
              <a:latin typeface="Times New Roman"/>
              <a:ea typeface="+mn-lt"/>
              <a:cs typeface="+mn-lt"/>
            </a:endParaRPr>
          </a:p>
          <a:p>
            <a:pPr lvl="1">
              <a:buFont typeface="Courier New"/>
              <a:buChar char="o"/>
            </a:pPr>
            <a:r>
              <a:rPr lang="en-US" sz="1600">
                <a:solidFill>
                  <a:srgbClr val="444444"/>
                </a:solidFill>
                <a:latin typeface="Times New Roman"/>
                <a:ea typeface="+mn-lt"/>
                <a:cs typeface="+mn-lt"/>
              </a:rPr>
              <a:t>Inverted residual structure.</a:t>
            </a:r>
            <a:endParaRPr lang="en-US" sz="1600">
              <a:latin typeface="Times New Roman"/>
              <a:ea typeface="+mn-lt"/>
              <a:cs typeface="+mn-lt"/>
            </a:endParaRPr>
          </a:p>
          <a:p>
            <a:pPr lvl="1">
              <a:buFont typeface="Courier New"/>
              <a:buChar char="o"/>
            </a:pPr>
            <a:r>
              <a:rPr lang="en-US" sz="1600" b="1">
                <a:solidFill>
                  <a:srgbClr val="444444"/>
                </a:solidFill>
                <a:latin typeface="Times New Roman"/>
                <a:ea typeface="+mn-lt"/>
                <a:cs typeface="+mn-lt"/>
              </a:rPr>
              <a:t>Step 1</a:t>
            </a:r>
            <a:r>
              <a:rPr lang="en-US" sz="1600">
                <a:solidFill>
                  <a:srgbClr val="444444"/>
                </a:solidFill>
                <a:latin typeface="Times New Roman"/>
                <a:ea typeface="+mn-lt"/>
                <a:cs typeface="+mn-lt"/>
              </a:rPr>
              <a:t>: 1×1 Conv → expands input to higher-dimensional space.</a:t>
            </a:r>
            <a:endParaRPr lang="en-US" sz="1600">
              <a:latin typeface="Times New Roman"/>
              <a:ea typeface="+mn-lt"/>
              <a:cs typeface="+mn-lt"/>
            </a:endParaRPr>
          </a:p>
          <a:p>
            <a:pPr lvl="1">
              <a:buFont typeface="Courier New"/>
              <a:buChar char="o"/>
            </a:pPr>
            <a:r>
              <a:rPr lang="en-US" sz="1600" b="1">
                <a:solidFill>
                  <a:srgbClr val="444444"/>
                </a:solidFill>
                <a:latin typeface="Times New Roman"/>
                <a:ea typeface="+mn-lt"/>
                <a:cs typeface="+mn-lt"/>
              </a:rPr>
              <a:t>Step 2</a:t>
            </a:r>
            <a:r>
              <a:rPr lang="en-US" sz="1600">
                <a:solidFill>
                  <a:srgbClr val="444444"/>
                </a:solidFill>
                <a:latin typeface="Times New Roman"/>
                <a:ea typeface="+mn-lt"/>
                <a:cs typeface="+mn-lt"/>
              </a:rPr>
              <a:t>: Depth wise convolution → spatial filtering.</a:t>
            </a:r>
            <a:endParaRPr lang="en-US" sz="1600">
              <a:latin typeface="Times New Roman"/>
              <a:ea typeface="+mn-lt"/>
              <a:cs typeface="+mn-lt"/>
            </a:endParaRPr>
          </a:p>
          <a:p>
            <a:pPr lvl="1">
              <a:buFont typeface="Courier New"/>
              <a:buChar char="o"/>
            </a:pPr>
            <a:r>
              <a:rPr lang="en-US" sz="1600" b="1">
                <a:solidFill>
                  <a:srgbClr val="444444"/>
                </a:solidFill>
                <a:latin typeface="Times New Roman"/>
                <a:ea typeface="+mn-lt"/>
                <a:cs typeface="+mn-lt"/>
              </a:rPr>
              <a:t>Step 3</a:t>
            </a:r>
            <a:r>
              <a:rPr lang="en-US" sz="1600">
                <a:solidFill>
                  <a:srgbClr val="444444"/>
                </a:solidFill>
                <a:latin typeface="Times New Roman"/>
                <a:ea typeface="+mn-lt"/>
                <a:cs typeface="+mn-lt"/>
              </a:rPr>
              <a:t>: 1×1 Conv → projects back to lower-dimensional space.</a:t>
            </a:r>
            <a:endParaRPr lang="en-US" sz="1600">
              <a:solidFill>
                <a:srgbClr val="000000"/>
              </a:solidFill>
              <a:latin typeface="Times New Roman"/>
              <a:ea typeface="+mn-lt"/>
              <a:cs typeface="+mn-lt"/>
            </a:endParaRPr>
          </a:p>
          <a:p>
            <a:pPr marL="0" indent="0">
              <a:buNone/>
            </a:pPr>
            <a:r>
              <a:rPr lang="en-US" sz="1600" b="1">
                <a:solidFill>
                  <a:srgbClr val="444444"/>
                </a:solidFill>
                <a:latin typeface="Times New Roman"/>
                <a:ea typeface="+mn-lt"/>
                <a:cs typeface="+mn-lt"/>
              </a:rPr>
              <a:t>Squeeze-and-Excitation Optimization</a:t>
            </a:r>
            <a:endParaRPr lang="en-US" sz="1600">
              <a:latin typeface="Times New Roman"/>
              <a:ea typeface="+mn-lt"/>
              <a:cs typeface="+mn-lt"/>
            </a:endParaRPr>
          </a:p>
          <a:p>
            <a:pPr marL="0" indent="0">
              <a:buNone/>
            </a:pPr>
            <a:r>
              <a:rPr lang="en-US" sz="1600" b="1">
                <a:solidFill>
                  <a:srgbClr val="444444"/>
                </a:solidFill>
                <a:latin typeface="Times New Roman"/>
                <a:ea typeface="+mn-lt"/>
                <a:cs typeface="+mn-lt"/>
              </a:rPr>
              <a:t>Purpose</a:t>
            </a:r>
            <a:r>
              <a:rPr lang="en-US" sz="1600">
                <a:solidFill>
                  <a:srgbClr val="444444"/>
                </a:solidFill>
                <a:latin typeface="Times New Roman"/>
                <a:ea typeface="+mn-lt"/>
                <a:cs typeface="+mn-lt"/>
              </a:rPr>
              <a:t>: Enhances focus on important features.</a:t>
            </a:r>
            <a:endParaRPr lang="en-US" sz="1600">
              <a:solidFill>
                <a:srgbClr val="000000"/>
              </a:solidFill>
              <a:latin typeface="Times New Roman"/>
              <a:ea typeface="+mn-lt"/>
              <a:cs typeface="+mn-lt"/>
            </a:endParaRPr>
          </a:p>
          <a:p>
            <a:pPr marL="0" indent="0">
              <a:buNone/>
            </a:pPr>
            <a:r>
              <a:rPr lang="en-US" sz="1600" b="1">
                <a:solidFill>
                  <a:srgbClr val="444444"/>
                </a:solidFill>
                <a:latin typeface="Times New Roman"/>
                <a:ea typeface="+mn-lt"/>
                <a:cs typeface="+mn-lt"/>
              </a:rPr>
              <a:t>Squeeze:</a:t>
            </a:r>
            <a:endParaRPr lang="en-US" sz="1600">
              <a:latin typeface="Times New Roman"/>
              <a:ea typeface="+mn-lt"/>
              <a:cs typeface="+mn-lt"/>
            </a:endParaRPr>
          </a:p>
          <a:p>
            <a:pPr lvl="1">
              <a:buFont typeface="Courier New"/>
              <a:buChar char="o"/>
            </a:pPr>
            <a:r>
              <a:rPr lang="en-US" sz="1600">
                <a:solidFill>
                  <a:srgbClr val="444444"/>
                </a:solidFill>
                <a:latin typeface="Times New Roman"/>
                <a:ea typeface="+mn-lt"/>
                <a:cs typeface="+mn-lt"/>
              </a:rPr>
              <a:t>Global Average Pooling across spatial dimensions (W × H).</a:t>
            </a:r>
            <a:endParaRPr lang="en-US" sz="1600">
              <a:solidFill>
                <a:srgbClr val="000000"/>
              </a:solidFill>
              <a:latin typeface="Times New Roman"/>
              <a:ea typeface="+mn-lt"/>
              <a:cs typeface="+mn-lt"/>
            </a:endParaRPr>
          </a:p>
          <a:p>
            <a:pPr marL="0" indent="0">
              <a:buNone/>
            </a:pPr>
            <a:r>
              <a:rPr lang="en-US" sz="1600" b="1">
                <a:solidFill>
                  <a:srgbClr val="444444"/>
                </a:solidFill>
                <a:latin typeface="Times New Roman"/>
                <a:ea typeface="+mn-lt"/>
                <a:cs typeface="+mn-lt"/>
              </a:rPr>
              <a:t>Excitation:</a:t>
            </a:r>
            <a:endParaRPr lang="en-US" sz="1600">
              <a:latin typeface="Times New Roman"/>
              <a:ea typeface="+mn-lt"/>
              <a:cs typeface="+mn-lt"/>
            </a:endParaRPr>
          </a:p>
          <a:p>
            <a:pPr lvl="1">
              <a:buFont typeface="Courier New"/>
              <a:buChar char="o"/>
            </a:pPr>
            <a:r>
              <a:rPr lang="en-US" sz="1600">
                <a:solidFill>
                  <a:srgbClr val="444444"/>
                </a:solidFill>
                <a:latin typeface="Times New Roman"/>
                <a:ea typeface="+mn-lt"/>
                <a:cs typeface="+mn-lt"/>
              </a:rPr>
              <a:t>Fully connected layer produces </a:t>
            </a:r>
            <a:r>
              <a:rPr lang="en-US" sz="1600" b="1">
                <a:solidFill>
                  <a:srgbClr val="444444"/>
                </a:solidFill>
                <a:latin typeface="Times New Roman"/>
                <a:ea typeface="+mn-lt"/>
                <a:cs typeface="+mn-lt"/>
              </a:rPr>
              <a:t>per-channel weights</a:t>
            </a:r>
            <a:r>
              <a:rPr lang="en-US" sz="1600">
                <a:solidFill>
                  <a:srgbClr val="444444"/>
                </a:solidFill>
                <a:latin typeface="Times New Roman"/>
                <a:ea typeface="+mn-lt"/>
                <a:cs typeface="+mn-lt"/>
              </a:rPr>
              <a:t>.</a:t>
            </a:r>
            <a:endParaRPr lang="en-US" sz="1600">
              <a:latin typeface="Times New Roman"/>
              <a:ea typeface="+mn-lt"/>
              <a:cs typeface="+mn-lt"/>
            </a:endParaRPr>
          </a:p>
          <a:p>
            <a:pPr lvl="1">
              <a:buFont typeface="Courier New"/>
              <a:buChar char="o"/>
            </a:pPr>
            <a:r>
              <a:rPr lang="en-US" sz="1600">
                <a:solidFill>
                  <a:srgbClr val="444444"/>
                </a:solidFill>
                <a:latin typeface="Times New Roman"/>
                <a:ea typeface="+mn-lt"/>
                <a:cs typeface="+mn-lt"/>
              </a:rPr>
              <a:t>Weights are applied </a:t>
            </a:r>
            <a:r>
              <a:rPr lang="en-US" sz="1600" b="1">
                <a:solidFill>
                  <a:srgbClr val="444444"/>
                </a:solidFill>
                <a:latin typeface="Times New Roman"/>
                <a:ea typeface="+mn-lt"/>
                <a:cs typeface="+mn-lt"/>
              </a:rPr>
              <a:t>channel-wise</a:t>
            </a:r>
            <a:r>
              <a:rPr lang="en-US" sz="1600">
                <a:solidFill>
                  <a:srgbClr val="444444"/>
                </a:solidFill>
                <a:latin typeface="Times New Roman"/>
                <a:ea typeface="+mn-lt"/>
                <a:cs typeface="+mn-lt"/>
              </a:rPr>
              <a:t> to scale features based on importance.</a:t>
            </a:r>
            <a:endParaRPr lang="en-US" sz="1600">
              <a:latin typeface="Times New Roman"/>
              <a:ea typeface="+mn-lt"/>
              <a:cs typeface="+mn-lt"/>
            </a:endParaRPr>
          </a:p>
          <a:p>
            <a:pPr marL="0" indent="0">
              <a:spcBef>
                <a:spcPts val="200"/>
              </a:spcBef>
              <a:buNone/>
            </a:pPr>
            <a:endParaRPr lang="en-US" sz="1600" b="1">
              <a:solidFill>
                <a:srgbClr val="444444"/>
              </a:solidFill>
              <a:latin typeface="Times New Roman"/>
              <a:ea typeface="Calibri"/>
              <a:cs typeface="Calibri"/>
            </a:endParaRPr>
          </a:p>
          <a:p>
            <a:pPr>
              <a:buFont typeface="Courier New"/>
              <a:buChar char="o"/>
            </a:pPr>
            <a:endParaRPr lang="en-US" sz="1600">
              <a:solidFill>
                <a:srgbClr val="444444"/>
              </a:solidFill>
              <a:latin typeface="Times New Roman"/>
              <a:ea typeface="Roboto"/>
              <a:cs typeface="Roboto"/>
            </a:endParaRPr>
          </a:p>
          <a:p>
            <a:pPr lvl="2">
              <a:buFont typeface="Courier New"/>
              <a:buChar char="o"/>
            </a:pPr>
            <a:endParaRPr lang="en-US" sz="1600">
              <a:solidFill>
                <a:srgbClr val="444444"/>
              </a:solidFill>
              <a:latin typeface="Roboto"/>
              <a:ea typeface="Roboto"/>
              <a:cs typeface="Roboto"/>
            </a:endParaRPr>
          </a:p>
        </p:txBody>
      </p:sp>
      <p:sp>
        <p:nvSpPr>
          <p:cNvPr id="19" name="Title 1">
            <a:extLst>
              <a:ext uri="{FF2B5EF4-FFF2-40B4-BE49-F238E27FC236}">
                <a16:creationId xmlns:a16="http://schemas.microsoft.com/office/drawing/2014/main" id="{A7C3D7FD-1167-E457-FDC7-D0C590859F19}"/>
              </a:ext>
            </a:extLst>
          </p:cNvPr>
          <p:cNvSpPr txBox="1">
            <a:spLocks/>
          </p:cNvSpPr>
          <p:nvPr/>
        </p:nvSpPr>
        <p:spPr>
          <a:xfrm>
            <a:off x="5610" y="4487"/>
            <a:ext cx="12179645" cy="106528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r>
              <a:rPr lang="en-US" err="1">
                <a:ea typeface="+mj-lt"/>
                <a:cs typeface="+mj-lt"/>
              </a:rPr>
              <a:t>EfficientNet</a:t>
            </a:r>
            <a:r>
              <a:rPr lang="en-US">
                <a:ea typeface="+mj-lt"/>
                <a:cs typeface="+mj-lt"/>
              </a:rPr>
              <a:t>(B3)</a:t>
            </a:r>
          </a:p>
          <a:p>
            <a:pPr>
              <a:lnSpc>
                <a:spcPct val="90000"/>
              </a:lnSpc>
              <a:spcBef>
                <a:spcPct val="20000"/>
              </a:spcBef>
            </a:pPr>
            <a:endParaRPr lang="en-US">
              <a:ea typeface="Calibri"/>
              <a:cs typeface="Calibri"/>
            </a:endParaRPr>
          </a:p>
          <a:p>
            <a:pPr>
              <a:lnSpc>
                <a:spcPct val="90000"/>
              </a:lnSpc>
              <a:spcBef>
                <a:spcPct val="20000"/>
              </a:spcBef>
            </a:pPr>
            <a:endParaRPr lang="en-US" sz="900">
              <a:latin typeface="Calibri"/>
              <a:ea typeface="Calibri"/>
              <a:cs typeface="Calibri"/>
            </a:endParaRPr>
          </a:p>
        </p:txBody>
      </p:sp>
      <p:pic>
        <p:nvPicPr>
          <p:cNvPr id="6" name="Picture 5">
            <a:extLst>
              <a:ext uri="{FF2B5EF4-FFF2-40B4-BE49-F238E27FC236}">
                <a16:creationId xmlns:a16="http://schemas.microsoft.com/office/drawing/2014/main" id="{BCF6E0C1-2624-73BD-E52A-E51BB4B2C5F1}"/>
              </a:ext>
            </a:extLst>
          </p:cNvPr>
          <p:cNvPicPr>
            <a:picLocks noChangeAspect="1"/>
          </p:cNvPicPr>
          <p:nvPr/>
        </p:nvPicPr>
        <p:blipFill>
          <a:blip r:embed="rId3"/>
          <a:stretch>
            <a:fillRect/>
          </a:stretch>
        </p:blipFill>
        <p:spPr>
          <a:xfrm>
            <a:off x="9108539" y="1334129"/>
            <a:ext cx="1233245" cy="2276202"/>
          </a:xfrm>
          <a:prstGeom prst="rect">
            <a:avLst/>
          </a:prstGeom>
        </p:spPr>
      </p:pic>
      <p:pic>
        <p:nvPicPr>
          <p:cNvPr id="12" name="Picture 11">
            <a:extLst>
              <a:ext uri="{FF2B5EF4-FFF2-40B4-BE49-F238E27FC236}">
                <a16:creationId xmlns:a16="http://schemas.microsoft.com/office/drawing/2014/main" id="{8567CFFC-6172-0677-9764-2469A9AAF204}"/>
              </a:ext>
            </a:extLst>
          </p:cNvPr>
          <p:cNvPicPr>
            <a:picLocks noChangeAspect="1"/>
          </p:cNvPicPr>
          <p:nvPr/>
        </p:nvPicPr>
        <p:blipFill>
          <a:blip r:embed="rId4"/>
          <a:stretch>
            <a:fillRect/>
          </a:stretch>
        </p:blipFill>
        <p:spPr>
          <a:xfrm>
            <a:off x="7242859" y="4788140"/>
            <a:ext cx="4080494" cy="1315797"/>
          </a:xfrm>
          <a:prstGeom prst="rect">
            <a:avLst/>
          </a:prstGeom>
        </p:spPr>
      </p:pic>
      <p:pic>
        <p:nvPicPr>
          <p:cNvPr id="14" name="Picture 13">
            <a:extLst>
              <a:ext uri="{FF2B5EF4-FFF2-40B4-BE49-F238E27FC236}">
                <a16:creationId xmlns:a16="http://schemas.microsoft.com/office/drawing/2014/main" id="{DE905015-9F0E-A307-70E9-47F6F723F797}"/>
              </a:ext>
            </a:extLst>
          </p:cNvPr>
          <p:cNvPicPr>
            <a:picLocks noChangeAspect="1"/>
          </p:cNvPicPr>
          <p:nvPr/>
        </p:nvPicPr>
        <p:blipFill>
          <a:blip r:embed="rId5"/>
          <a:stretch>
            <a:fillRect/>
          </a:stretch>
        </p:blipFill>
        <p:spPr>
          <a:xfrm>
            <a:off x="7163146" y="3613929"/>
            <a:ext cx="4419498" cy="1148865"/>
          </a:xfrm>
          <a:prstGeom prst="rect">
            <a:avLst/>
          </a:prstGeom>
        </p:spPr>
      </p:pic>
      <p:sp>
        <p:nvSpPr>
          <p:cNvPr id="4" name="TextBox 2">
            <a:extLst>
              <a:ext uri="{FF2B5EF4-FFF2-40B4-BE49-F238E27FC236}">
                <a16:creationId xmlns:a16="http://schemas.microsoft.com/office/drawing/2014/main" id="{FE5B4246-C046-8D46-CED0-7132B0C75F9C}"/>
              </a:ext>
            </a:extLst>
          </p:cNvPr>
          <p:cNvSpPr txBox="1"/>
          <p:nvPr/>
        </p:nvSpPr>
        <p:spPr>
          <a:xfrm>
            <a:off x="7245179" y="6112475"/>
            <a:ext cx="4448431"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a:t>https://viso.ai/deep-learning/efficientnet/</a:t>
            </a:r>
            <a:endParaRPr lang="en-US" sz="800">
              <a:ea typeface="Calibri"/>
              <a:cs typeface="Calibri"/>
            </a:endParaRPr>
          </a:p>
        </p:txBody>
      </p:sp>
    </p:spTree>
    <p:extLst>
      <p:ext uri="{BB962C8B-B14F-4D97-AF65-F5344CB8AC3E}">
        <p14:creationId xmlns:p14="http://schemas.microsoft.com/office/powerpoint/2010/main" val="2844726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6994-198F-C5C6-65E2-422E02368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C47B1-1B7B-0E96-CFB0-ACBCDFA875C8}"/>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862D572B-81DC-F0CF-1942-FB67B05BF481}"/>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6CEBC795-E38B-FF11-785A-F777A559C09C}"/>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00434658-6E95-FB0F-F854-2DD283BBCEBD}"/>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8DA67A6E-08E2-9295-7149-55349697E970}"/>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9FBC7AAC-3F84-976E-260F-2F057366EFF7}"/>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F7AD6F73-41E9-B223-FF97-6928B822AAD4}"/>
              </a:ext>
            </a:extLst>
          </p:cNvPr>
          <p:cNvSpPr txBox="1"/>
          <p:nvPr/>
        </p:nvSpPr>
        <p:spPr>
          <a:xfrm>
            <a:off x="10183830" y="6560513"/>
            <a:ext cx="139839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dirty="0">
                <a:solidFill>
                  <a:srgbClr val="000000"/>
                </a:solidFill>
                <a:latin typeface="Aptos Serif"/>
                <a:ea typeface="Calibri"/>
                <a:cs typeface="Aptos Serif"/>
              </a:rPr>
              <a:t>Next Steps</a:t>
            </a:r>
            <a:r>
              <a:rPr lang="en-US" sz="1400">
                <a:solidFill>
                  <a:srgbClr val="000000"/>
                </a:solidFill>
                <a:latin typeface="Aptos Serif"/>
                <a:ea typeface="Calibri"/>
                <a:cs typeface="Aptos Serif"/>
              </a:rPr>
              <a:t>eff</a:t>
            </a:r>
          </a:p>
        </p:txBody>
      </p:sp>
      <p:sp>
        <p:nvSpPr>
          <p:cNvPr id="19" name="Title 1">
            <a:extLst>
              <a:ext uri="{FF2B5EF4-FFF2-40B4-BE49-F238E27FC236}">
                <a16:creationId xmlns:a16="http://schemas.microsoft.com/office/drawing/2014/main" id="{B439F78D-4EB2-B83A-77E1-69B91CC43797}"/>
              </a:ext>
            </a:extLst>
          </p:cNvPr>
          <p:cNvSpPr txBox="1">
            <a:spLocks/>
          </p:cNvSpPr>
          <p:nvPr/>
        </p:nvSpPr>
        <p:spPr>
          <a:xfrm>
            <a:off x="392791" y="148648"/>
            <a:ext cx="10972800" cy="59572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r>
              <a:rPr lang="en-US" err="1">
                <a:ea typeface="+mj-lt"/>
                <a:cs typeface="+mj-lt"/>
              </a:rPr>
              <a:t>EfficientNet</a:t>
            </a:r>
            <a:r>
              <a:rPr lang="en-US">
                <a:ea typeface="+mj-lt"/>
                <a:cs typeface="+mj-lt"/>
              </a:rPr>
              <a:t>(B3)</a:t>
            </a:r>
          </a:p>
          <a:p>
            <a:pPr>
              <a:lnSpc>
                <a:spcPct val="90000"/>
              </a:lnSpc>
              <a:spcBef>
                <a:spcPct val="20000"/>
              </a:spcBef>
            </a:pPr>
            <a:endParaRPr lang="en-US">
              <a:ea typeface="Calibri"/>
              <a:cs typeface="Calibri"/>
            </a:endParaRPr>
          </a:p>
          <a:p>
            <a:pPr>
              <a:lnSpc>
                <a:spcPct val="90000"/>
              </a:lnSpc>
              <a:spcBef>
                <a:spcPct val="20000"/>
              </a:spcBef>
            </a:pPr>
            <a:endParaRPr lang="en-US" sz="900">
              <a:latin typeface="Calibri"/>
              <a:ea typeface="Calibri"/>
              <a:cs typeface="Calibri"/>
            </a:endParaRPr>
          </a:p>
        </p:txBody>
      </p:sp>
      <p:sp>
        <p:nvSpPr>
          <p:cNvPr id="17" name="TextBox 16">
            <a:extLst>
              <a:ext uri="{FF2B5EF4-FFF2-40B4-BE49-F238E27FC236}">
                <a16:creationId xmlns:a16="http://schemas.microsoft.com/office/drawing/2014/main" id="{67380A0E-1951-7BDE-B428-A0DD5A9A0C16}"/>
              </a:ext>
            </a:extLst>
          </p:cNvPr>
          <p:cNvSpPr txBox="1"/>
          <p:nvPr/>
        </p:nvSpPr>
        <p:spPr>
          <a:xfrm>
            <a:off x="1501790" y="4639154"/>
            <a:ext cx="920510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latin typeface="Times New Roman"/>
                <a:ea typeface="+mn-lt"/>
                <a:cs typeface="+mn-lt"/>
              </a:rPr>
              <a:t>https://www.researchgate.net/figure/Schematic-representation-of-EfficientNet-B3_fig2_359449935</a:t>
            </a:r>
            <a:endParaRPr lang="en-US" sz="1000">
              <a:latin typeface="Times New Roman"/>
              <a:ea typeface="Calibri"/>
              <a:cs typeface="Calibri"/>
            </a:endParaRPr>
          </a:p>
        </p:txBody>
      </p:sp>
      <p:pic>
        <p:nvPicPr>
          <p:cNvPr id="3" name="Picture 2">
            <a:extLst>
              <a:ext uri="{FF2B5EF4-FFF2-40B4-BE49-F238E27FC236}">
                <a16:creationId xmlns:a16="http://schemas.microsoft.com/office/drawing/2014/main" id="{33C04271-0264-54BD-26EA-1B1263B8DF0D}"/>
              </a:ext>
            </a:extLst>
          </p:cNvPr>
          <p:cNvPicPr>
            <a:picLocks noChangeAspect="1"/>
          </p:cNvPicPr>
          <p:nvPr/>
        </p:nvPicPr>
        <p:blipFill>
          <a:blip r:embed="rId3"/>
          <a:stretch>
            <a:fillRect/>
          </a:stretch>
        </p:blipFill>
        <p:spPr>
          <a:xfrm>
            <a:off x="1495167" y="1716507"/>
            <a:ext cx="9205784" cy="2794792"/>
          </a:xfrm>
          <a:prstGeom prst="rect">
            <a:avLst/>
          </a:prstGeom>
        </p:spPr>
      </p:pic>
    </p:spTree>
    <p:extLst>
      <p:ext uri="{BB962C8B-B14F-4D97-AF65-F5344CB8AC3E}">
        <p14:creationId xmlns:p14="http://schemas.microsoft.com/office/powerpoint/2010/main" val="809190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F81FE-8245-E46F-1EC8-9883AB935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EEEF2-DCE5-9933-B1FA-12902B382A04}"/>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4CF4AB53-D109-2E38-150D-B80FA8F9D38C}"/>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71EF811B-F746-CEEE-7125-A82246850B78}"/>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3994DA9C-E75E-28EE-FB84-E6B61DCC66AA}"/>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D8173A9A-548C-5524-B122-C743512615FD}"/>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BF4C0B2F-96D7-2E89-025B-1166507003E4}"/>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5903B04D-3AC5-FFF6-E1E5-8D4E406F7439}"/>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49DEDEAF-6C2E-77F5-D37D-E4D20697B18F}"/>
              </a:ext>
            </a:extLst>
          </p:cNvPr>
          <p:cNvSpPr txBox="1">
            <a:spLocks/>
          </p:cNvSpPr>
          <p:nvPr/>
        </p:nvSpPr>
        <p:spPr>
          <a:xfrm>
            <a:off x="928999" y="1204518"/>
            <a:ext cx="5071304" cy="4805116"/>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a:buChar char="o"/>
            </a:pPr>
            <a:r>
              <a:rPr lang="en-US" sz="1600">
                <a:solidFill>
                  <a:srgbClr val="0D0D0D"/>
                </a:solidFill>
                <a:latin typeface="Times New Roman"/>
                <a:ea typeface="+mn-lt"/>
                <a:cs typeface="+mn-lt"/>
              </a:rPr>
              <a:t>Final convolutional layers capture </a:t>
            </a:r>
            <a:r>
              <a:rPr lang="en-US" sz="1600" b="1">
                <a:solidFill>
                  <a:srgbClr val="0D0D0D"/>
                </a:solidFill>
                <a:latin typeface="Times New Roman"/>
                <a:ea typeface="+mn-lt"/>
                <a:cs typeface="+mn-lt"/>
              </a:rPr>
              <a:t>high-level contextual features</a:t>
            </a:r>
            <a:r>
              <a:rPr lang="en-US" sz="1600">
                <a:solidFill>
                  <a:srgbClr val="0D0D0D"/>
                </a:solidFill>
                <a:latin typeface="Times New Roman"/>
                <a:ea typeface="+mn-lt"/>
                <a:cs typeface="+mn-lt"/>
              </a:rPr>
              <a:t>.</a:t>
            </a:r>
          </a:p>
          <a:p>
            <a:pPr>
              <a:buFont typeface="Courier New"/>
              <a:buChar char="o"/>
            </a:pPr>
            <a:r>
              <a:rPr lang="en-US" sz="1600">
                <a:solidFill>
                  <a:srgbClr val="0D0D0D"/>
                </a:solidFill>
                <a:latin typeface="Times New Roman"/>
                <a:ea typeface="+mn-lt"/>
                <a:cs typeface="+mn-lt"/>
              </a:rPr>
              <a:t>Segmentation requires </a:t>
            </a:r>
            <a:r>
              <a:rPr lang="en-US" sz="1600" b="1">
                <a:solidFill>
                  <a:srgbClr val="0D0D0D"/>
                </a:solidFill>
                <a:latin typeface="Times New Roman"/>
                <a:ea typeface="+mn-lt"/>
                <a:cs typeface="+mn-lt"/>
              </a:rPr>
              <a:t>dense, low-level predictions</a:t>
            </a:r>
            <a:r>
              <a:rPr lang="en-US" sz="1600">
                <a:solidFill>
                  <a:srgbClr val="0D0D0D"/>
                </a:solidFill>
                <a:latin typeface="Times New Roman"/>
                <a:ea typeface="+mn-lt"/>
                <a:cs typeface="+mn-lt"/>
              </a:rPr>
              <a:t>.</a:t>
            </a:r>
            <a:endParaRPr lang="en-US" sz="1600">
              <a:latin typeface="Times New Roman"/>
              <a:cs typeface="Times New Roman"/>
            </a:endParaRPr>
          </a:p>
          <a:p>
            <a:pPr>
              <a:buFont typeface="Courier New"/>
              <a:buChar char="o"/>
            </a:pPr>
            <a:r>
              <a:rPr lang="en-US" sz="1600">
                <a:solidFill>
                  <a:srgbClr val="0D0D0D"/>
                </a:solidFill>
                <a:latin typeface="Times New Roman"/>
                <a:ea typeface="+mn-lt"/>
                <a:cs typeface="+mn-lt"/>
              </a:rPr>
              <a:t>Direct mapping from high-level features to segmentation maps is </a:t>
            </a:r>
            <a:r>
              <a:rPr lang="en-US" sz="1600" b="1">
                <a:solidFill>
                  <a:srgbClr val="0D0D0D"/>
                </a:solidFill>
                <a:latin typeface="Times New Roman"/>
                <a:ea typeface="+mn-lt"/>
                <a:cs typeface="+mn-lt"/>
              </a:rPr>
              <a:t>ineffective</a:t>
            </a:r>
            <a:r>
              <a:rPr lang="en-US" sz="1600">
                <a:solidFill>
                  <a:srgbClr val="0D0D0D"/>
                </a:solidFill>
                <a:latin typeface="Times New Roman"/>
                <a:ea typeface="+mn-lt"/>
                <a:cs typeface="+mn-lt"/>
              </a:rPr>
              <a:t>.</a:t>
            </a:r>
            <a:endParaRPr lang="en-US" sz="1600">
              <a:latin typeface="Times New Roman"/>
              <a:cs typeface="Times New Roman"/>
            </a:endParaRPr>
          </a:p>
          <a:p>
            <a:pPr>
              <a:buFont typeface="Courier New"/>
              <a:buChar char="o"/>
            </a:pPr>
            <a:r>
              <a:rPr lang="en-US" sz="1600" b="1">
                <a:latin typeface="Times New Roman"/>
                <a:cs typeface="Times New Roman"/>
              </a:rPr>
              <a:t>Key Solutions</a:t>
            </a:r>
            <a:endParaRPr lang="en-US" sz="1600">
              <a:latin typeface="Times New Roman"/>
              <a:cs typeface="Times New Roman"/>
            </a:endParaRPr>
          </a:p>
          <a:p>
            <a:pPr lvl="1">
              <a:buFont typeface="Courier New"/>
              <a:buChar char="o"/>
            </a:pPr>
            <a:r>
              <a:rPr lang="en-US" sz="1600" b="1">
                <a:solidFill>
                  <a:srgbClr val="0D0D0D"/>
                </a:solidFill>
                <a:latin typeface="Times New Roman"/>
                <a:ea typeface="+mn-lt"/>
                <a:cs typeface="+mn-lt"/>
              </a:rPr>
              <a:t>FCN (Fully Convolutional Networks)</a:t>
            </a:r>
            <a:r>
              <a:rPr lang="en-US" sz="1600">
                <a:solidFill>
                  <a:srgbClr val="0D0D0D"/>
                </a:solidFill>
                <a:latin typeface="Times New Roman"/>
                <a:ea typeface="+mn-lt"/>
                <a:cs typeface="+mn-lt"/>
              </a:rPr>
              <a:t>:</a:t>
            </a:r>
            <a:endParaRPr lang="en-US" sz="1600">
              <a:latin typeface="Times New Roman"/>
              <a:cs typeface="Times New Roman"/>
            </a:endParaRPr>
          </a:p>
          <a:p>
            <a:pPr marL="1085850" lvl="1" indent="-285750">
              <a:buFont typeface="Courier New"/>
              <a:buChar char="o"/>
            </a:pPr>
            <a:r>
              <a:rPr lang="en-US" sz="1600">
                <a:solidFill>
                  <a:srgbClr val="0D0D0D"/>
                </a:solidFill>
                <a:latin typeface="Times New Roman"/>
                <a:ea typeface="+mn-lt"/>
                <a:cs typeface="+mn-lt"/>
              </a:rPr>
              <a:t>Introduced </a:t>
            </a:r>
            <a:r>
              <a:rPr lang="en-US" sz="1600" b="1">
                <a:solidFill>
                  <a:srgbClr val="0D0D0D"/>
                </a:solidFill>
                <a:latin typeface="Times New Roman"/>
                <a:ea typeface="+mn-lt"/>
                <a:cs typeface="+mn-lt"/>
              </a:rPr>
              <a:t>skip connections</a:t>
            </a:r>
            <a:r>
              <a:rPr lang="en-US" sz="1600">
                <a:solidFill>
                  <a:srgbClr val="0D0D0D"/>
                </a:solidFill>
                <a:latin typeface="Times New Roman"/>
                <a:ea typeface="+mn-lt"/>
                <a:cs typeface="+mn-lt"/>
              </a:rPr>
              <a:t> using </a:t>
            </a:r>
            <a:r>
              <a:rPr lang="en-US" sz="1600" b="1">
                <a:solidFill>
                  <a:srgbClr val="0D0D0D"/>
                </a:solidFill>
                <a:latin typeface="Times New Roman"/>
                <a:ea typeface="+mn-lt"/>
                <a:cs typeface="+mn-lt"/>
              </a:rPr>
              <a:t>summation</a:t>
            </a:r>
            <a:r>
              <a:rPr lang="en-US" sz="1600">
                <a:solidFill>
                  <a:srgbClr val="0D0D0D"/>
                </a:solidFill>
                <a:latin typeface="Times New Roman"/>
                <a:ea typeface="+mn-lt"/>
                <a:cs typeface="+mn-lt"/>
              </a:rPr>
              <a:t>.</a:t>
            </a:r>
            <a:endParaRPr lang="en-US" sz="1600">
              <a:latin typeface="Times New Roman"/>
              <a:cs typeface="Times New Roman"/>
            </a:endParaRPr>
          </a:p>
          <a:p>
            <a:pPr marL="1085850" lvl="1" indent="-285750">
              <a:buFont typeface="Courier New"/>
              <a:buChar char="o"/>
            </a:pPr>
            <a:r>
              <a:rPr lang="en-US" sz="1600">
                <a:solidFill>
                  <a:srgbClr val="0D0D0D"/>
                </a:solidFill>
                <a:latin typeface="Times New Roman"/>
                <a:ea typeface="+mn-lt"/>
                <a:cs typeface="+mn-lt"/>
              </a:rPr>
              <a:t>Help reuse spatial information from earlier layers.</a:t>
            </a:r>
            <a:endParaRPr lang="en-US" sz="1600">
              <a:latin typeface="Times New Roman"/>
              <a:cs typeface="Times New Roman"/>
            </a:endParaRPr>
          </a:p>
          <a:p>
            <a:pPr lvl="1">
              <a:buFont typeface="Courier New"/>
              <a:buChar char="o"/>
            </a:pPr>
            <a:r>
              <a:rPr lang="en-US" sz="1600" b="1">
                <a:solidFill>
                  <a:srgbClr val="0D0D0D"/>
                </a:solidFill>
                <a:latin typeface="Times New Roman"/>
                <a:ea typeface="+mn-lt"/>
                <a:cs typeface="+mn-lt"/>
              </a:rPr>
              <a:t>U-Net</a:t>
            </a:r>
            <a:r>
              <a:rPr lang="en-US" sz="1600">
                <a:solidFill>
                  <a:srgbClr val="0D0D0D"/>
                </a:solidFill>
                <a:latin typeface="Times New Roman"/>
                <a:ea typeface="+mn-lt"/>
                <a:cs typeface="+mn-lt"/>
              </a:rPr>
              <a:t>:</a:t>
            </a:r>
            <a:endParaRPr lang="en-US" sz="1600">
              <a:latin typeface="Times New Roman"/>
              <a:cs typeface="Times New Roman"/>
            </a:endParaRPr>
          </a:p>
          <a:p>
            <a:pPr marL="1085850" lvl="1" indent="-285750">
              <a:buFont typeface="Courier New"/>
              <a:buChar char="o"/>
            </a:pPr>
            <a:r>
              <a:rPr lang="en-US" sz="1600">
                <a:solidFill>
                  <a:srgbClr val="0D0D0D"/>
                </a:solidFill>
                <a:latin typeface="Times New Roman"/>
                <a:ea typeface="+mn-lt"/>
                <a:cs typeface="+mn-lt"/>
              </a:rPr>
              <a:t>Utilizes a </a:t>
            </a:r>
            <a:r>
              <a:rPr lang="en-US" sz="1600" b="1">
                <a:solidFill>
                  <a:srgbClr val="0D0D0D"/>
                </a:solidFill>
                <a:latin typeface="Times New Roman"/>
                <a:ea typeface="+mn-lt"/>
                <a:cs typeface="+mn-lt"/>
              </a:rPr>
              <a:t>U-shaped architecture</a:t>
            </a:r>
            <a:r>
              <a:rPr lang="en-US" sz="1600">
                <a:solidFill>
                  <a:srgbClr val="0D0D0D"/>
                </a:solidFill>
                <a:latin typeface="Times New Roman"/>
                <a:ea typeface="+mn-lt"/>
                <a:cs typeface="+mn-lt"/>
              </a:rPr>
              <a:t>.</a:t>
            </a:r>
            <a:endParaRPr lang="en-US" sz="1600">
              <a:latin typeface="Times New Roman"/>
              <a:cs typeface="Times New Roman"/>
            </a:endParaRPr>
          </a:p>
          <a:p>
            <a:pPr marL="1085850" lvl="1" indent="-285750">
              <a:buFont typeface="Courier New"/>
              <a:buChar char="o"/>
            </a:pPr>
            <a:r>
              <a:rPr lang="en-US" sz="1600">
                <a:solidFill>
                  <a:srgbClr val="0D0D0D"/>
                </a:solidFill>
                <a:latin typeface="Times New Roman"/>
                <a:ea typeface="+mn-lt"/>
                <a:cs typeface="+mn-lt"/>
              </a:rPr>
              <a:t>Implements </a:t>
            </a:r>
            <a:r>
              <a:rPr lang="en-US" sz="1600" b="1">
                <a:solidFill>
                  <a:srgbClr val="0D0D0D"/>
                </a:solidFill>
                <a:latin typeface="Times New Roman"/>
                <a:ea typeface="+mn-lt"/>
                <a:cs typeface="+mn-lt"/>
              </a:rPr>
              <a:t>skip connections via concatenation</a:t>
            </a:r>
            <a:r>
              <a:rPr lang="en-US" sz="1600">
                <a:solidFill>
                  <a:srgbClr val="0D0D0D"/>
                </a:solidFill>
                <a:latin typeface="Times New Roman"/>
                <a:ea typeface="+mn-lt"/>
                <a:cs typeface="+mn-lt"/>
              </a:rPr>
              <a:t>.</a:t>
            </a:r>
            <a:endParaRPr lang="en-US" sz="1600">
              <a:latin typeface="Times New Roman"/>
              <a:cs typeface="Times New Roman"/>
            </a:endParaRPr>
          </a:p>
          <a:p>
            <a:pPr marL="1085850" lvl="1" indent="-285750">
              <a:buFont typeface="Courier New"/>
              <a:buChar char="o"/>
            </a:pPr>
            <a:r>
              <a:rPr lang="en-US" sz="1600">
                <a:solidFill>
                  <a:srgbClr val="0D0D0D"/>
                </a:solidFill>
                <a:latin typeface="Times New Roman"/>
                <a:ea typeface="+mn-lt"/>
                <a:cs typeface="+mn-lt"/>
              </a:rPr>
              <a:t>Effectively combines low-level and high-level features.</a:t>
            </a:r>
            <a:endParaRPr lang="en-US" sz="1600">
              <a:latin typeface="Times New Roman"/>
              <a:cs typeface="Times New Roman"/>
            </a:endParaRPr>
          </a:p>
          <a:p>
            <a:pPr marL="0" indent="0">
              <a:buNone/>
            </a:pPr>
            <a:endParaRPr lang="en-US" sz="1600">
              <a:solidFill>
                <a:srgbClr val="0D0D0D"/>
              </a:solidFill>
              <a:latin typeface="Times New Roman"/>
              <a:ea typeface="Calibri"/>
              <a:cs typeface="Calibri"/>
            </a:endParaRPr>
          </a:p>
          <a:p>
            <a:pPr>
              <a:buFont typeface="Courier New"/>
              <a:buChar char="o"/>
            </a:pPr>
            <a:endParaRPr lang="en-US" sz="2000">
              <a:solidFill>
                <a:srgbClr val="0D0D0D"/>
              </a:solidFill>
              <a:latin typeface="Times New Roman"/>
              <a:ea typeface="Calibri"/>
              <a:cs typeface="Times New Roman"/>
            </a:endParaRPr>
          </a:p>
        </p:txBody>
      </p:sp>
      <p:sp>
        <p:nvSpPr>
          <p:cNvPr id="19" name="Title 1">
            <a:extLst>
              <a:ext uri="{FF2B5EF4-FFF2-40B4-BE49-F238E27FC236}">
                <a16:creationId xmlns:a16="http://schemas.microsoft.com/office/drawing/2014/main" id="{08CA9FA3-3562-5162-D066-42B323B5E013}"/>
              </a:ext>
            </a:extLst>
          </p:cNvPr>
          <p:cNvSpPr txBox="1">
            <a:spLocks/>
          </p:cNvSpPr>
          <p:nvPr/>
        </p:nvSpPr>
        <p:spPr>
          <a:xfrm>
            <a:off x="712573" y="109881"/>
            <a:ext cx="10972800" cy="50697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a:ea typeface="Calibri"/>
                <a:cs typeface="Calibri"/>
              </a:rPr>
              <a:t>U-Net</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pic>
        <p:nvPicPr>
          <p:cNvPr id="6" name="Picture 5">
            <a:extLst>
              <a:ext uri="{FF2B5EF4-FFF2-40B4-BE49-F238E27FC236}">
                <a16:creationId xmlns:a16="http://schemas.microsoft.com/office/drawing/2014/main" id="{8787CAA0-CB44-364F-7211-BD7716BF22B7}"/>
              </a:ext>
            </a:extLst>
          </p:cNvPr>
          <p:cNvPicPr>
            <a:picLocks noChangeAspect="1"/>
          </p:cNvPicPr>
          <p:nvPr/>
        </p:nvPicPr>
        <p:blipFill>
          <a:blip r:embed="rId3"/>
          <a:stretch>
            <a:fillRect/>
          </a:stretch>
        </p:blipFill>
        <p:spPr>
          <a:xfrm>
            <a:off x="6200542" y="1959863"/>
            <a:ext cx="5220556" cy="29334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7AF272B2-410D-9940-5A2D-DE3291CD7920}"/>
              </a:ext>
            </a:extLst>
          </p:cNvPr>
          <p:cNvSpPr txBox="1"/>
          <p:nvPr/>
        </p:nvSpPr>
        <p:spPr>
          <a:xfrm>
            <a:off x="6096001" y="5223283"/>
            <a:ext cx="548379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000" err="1">
                <a:latin typeface="Times New Roman"/>
                <a:ea typeface="+mn-lt"/>
                <a:cs typeface="+mn-lt"/>
              </a:rPr>
              <a:t>Ronneberger</a:t>
            </a:r>
            <a:r>
              <a:rPr lang="en-GB" sz="1000">
                <a:latin typeface="Times New Roman"/>
                <a:ea typeface="+mn-lt"/>
                <a:cs typeface="+mn-lt"/>
              </a:rPr>
              <a:t>, Olaf, Philipp Fischer, and Thomas Brox. 2015. "U-Net: Convolutional Networks for Biomedical Image Segmentation.</a:t>
            </a:r>
            <a:endParaRPr lang="en-US" sz="1000">
              <a:latin typeface="Times New Roman"/>
              <a:ea typeface="Calibri"/>
              <a:cs typeface="Calibri"/>
            </a:endParaRPr>
          </a:p>
        </p:txBody>
      </p:sp>
    </p:spTree>
    <p:extLst>
      <p:ext uri="{BB962C8B-B14F-4D97-AF65-F5344CB8AC3E}">
        <p14:creationId xmlns:p14="http://schemas.microsoft.com/office/powerpoint/2010/main" val="2477706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8848-27E0-98E9-9F8C-057DDBFFA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3A640-C067-613B-DA5D-C1CDECC7D8E7}"/>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2D797D91-021B-7A70-9060-47A415A6E57E}"/>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40C81A91-759F-9323-6C3C-88EFE008BAB6}"/>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CBF1EA89-36E4-B46A-D85F-AE5F54B16312}"/>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2123F2A6-4955-2DEC-16AA-9E1EEA22B5F9}"/>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0" name="TextBox 9">
            <a:extLst>
              <a:ext uri="{FF2B5EF4-FFF2-40B4-BE49-F238E27FC236}">
                <a16:creationId xmlns:a16="http://schemas.microsoft.com/office/drawing/2014/main" id="{6A1C935C-4B59-DAE2-BE0D-7544CAF58581}"/>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B50A41B0-65D7-E68D-3BF7-A7CF2E8F840F}"/>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FD87DE4C-99E4-385E-84FF-5D926EA639C8}"/>
              </a:ext>
            </a:extLst>
          </p:cNvPr>
          <p:cNvSpPr txBox="1">
            <a:spLocks/>
          </p:cNvSpPr>
          <p:nvPr/>
        </p:nvSpPr>
        <p:spPr>
          <a:xfrm>
            <a:off x="739566" y="1713350"/>
            <a:ext cx="5361757" cy="3837072"/>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a:buChar char="o"/>
            </a:pPr>
            <a:r>
              <a:rPr lang="en-US" sz="1600" err="1">
                <a:solidFill>
                  <a:srgbClr val="0D0D0D"/>
                </a:solidFill>
                <a:latin typeface="Times New Roman"/>
                <a:ea typeface="+mn-lt"/>
                <a:cs typeface="+mn-lt"/>
              </a:rPr>
              <a:t>ViTs</a:t>
            </a:r>
            <a:r>
              <a:rPr lang="en-US" sz="1600">
                <a:solidFill>
                  <a:srgbClr val="0D0D0D"/>
                </a:solidFill>
                <a:latin typeface="Times New Roman"/>
                <a:ea typeface="+mn-lt"/>
                <a:cs typeface="+mn-lt"/>
              </a:rPr>
              <a:t> treat images as sequences of patches (e.g., 16x16 pixels), allowing transformer models to process visual data like text.</a:t>
            </a:r>
            <a:endParaRPr lang="en-US" sz="1600">
              <a:latin typeface="Times New Roman"/>
              <a:cs typeface="Times New Roman"/>
            </a:endParaRPr>
          </a:p>
          <a:p>
            <a:pPr>
              <a:buFont typeface="Courier New"/>
              <a:buChar char="o"/>
            </a:pPr>
            <a:r>
              <a:rPr lang="en-US" sz="1600">
                <a:solidFill>
                  <a:srgbClr val="0D0D0D"/>
                </a:solidFill>
                <a:latin typeface="Times New Roman"/>
                <a:ea typeface="+mn-lt"/>
                <a:cs typeface="+mn-lt"/>
              </a:rPr>
              <a:t>Encoder-Decoder Architecture:</a:t>
            </a:r>
            <a:endParaRPr lang="en-US" sz="1600">
              <a:latin typeface="Times New Roman"/>
              <a:ea typeface="Calibri"/>
              <a:cs typeface="Calibri"/>
            </a:endParaRPr>
          </a:p>
          <a:p>
            <a:pPr>
              <a:buFont typeface="Courier New"/>
              <a:buChar char="o"/>
            </a:pPr>
            <a:r>
              <a:rPr lang="en-US" sz="1600" err="1">
                <a:solidFill>
                  <a:srgbClr val="0D0D0D"/>
                </a:solidFill>
                <a:latin typeface="Times New Roman"/>
                <a:ea typeface="+mn-lt"/>
                <a:cs typeface="+mn-lt"/>
              </a:rPr>
              <a:t>ViT</a:t>
            </a:r>
            <a:r>
              <a:rPr lang="en-US" sz="1600">
                <a:solidFill>
                  <a:srgbClr val="0D0D0D"/>
                </a:solidFill>
                <a:latin typeface="Times New Roman"/>
                <a:ea typeface="+mn-lt"/>
                <a:cs typeface="+mn-lt"/>
              </a:rPr>
              <a:t> Encoder extracts global visual features using self-attention.</a:t>
            </a:r>
            <a:endParaRPr lang="en-US" sz="1600">
              <a:latin typeface="Times New Roman"/>
              <a:ea typeface="+mn-lt"/>
              <a:cs typeface="+mn-lt"/>
            </a:endParaRPr>
          </a:p>
          <a:p>
            <a:pPr>
              <a:buFont typeface="Courier New"/>
              <a:buChar char="o"/>
            </a:pPr>
            <a:r>
              <a:rPr lang="en-US" sz="1600">
                <a:solidFill>
                  <a:srgbClr val="0D0D0D"/>
                </a:solidFill>
                <a:latin typeface="Times New Roman"/>
                <a:ea typeface="+mn-lt"/>
                <a:cs typeface="+mn-lt"/>
              </a:rPr>
              <a:t>Transformer Decoder (e.g., GPT-2 or custom decoder) generates natural language captions based on those features.</a:t>
            </a:r>
            <a:endParaRPr lang="en-US" sz="1600">
              <a:latin typeface="Times New Roman"/>
              <a:ea typeface="+mn-lt"/>
              <a:cs typeface="+mn-lt"/>
            </a:endParaRPr>
          </a:p>
          <a:p>
            <a:pPr>
              <a:buFont typeface="Courier New"/>
              <a:buChar char="o"/>
            </a:pPr>
            <a:r>
              <a:rPr lang="en-US" sz="1600">
                <a:solidFill>
                  <a:srgbClr val="0D0D0D"/>
                </a:solidFill>
                <a:latin typeface="Times New Roman"/>
                <a:ea typeface="+mn-lt"/>
                <a:cs typeface="+mn-lt"/>
              </a:rPr>
              <a:t>Advantages of </a:t>
            </a:r>
            <a:r>
              <a:rPr lang="en-US" sz="1600" err="1">
                <a:solidFill>
                  <a:srgbClr val="0D0D0D"/>
                </a:solidFill>
                <a:latin typeface="Times New Roman"/>
                <a:ea typeface="+mn-lt"/>
                <a:cs typeface="+mn-lt"/>
              </a:rPr>
              <a:t>ViTs</a:t>
            </a:r>
            <a:r>
              <a:rPr lang="en-US" sz="1600">
                <a:solidFill>
                  <a:srgbClr val="0D0D0D"/>
                </a:solidFill>
                <a:latin typeface="Times New Roman"/>
                <a:ea typeface="+mn-lt"/>
                <a:cs typeface="+mn-lt"/>
              </a:rPr>
              <a:t> over CNNs:</a:t>
            </a:r>
            <a:endParaRPr lang="en-US" sz="1600">
              <a:latin typeface="Times New Roman"/>
              <a:ea typeface="Calibri"/>
              <a:cs typeface="Calibri"/>
            </a:endParaRPr>
          </a:p>
          <a:p>
            <a:pPr lvl="1">
              <a:buFont typeface="Courier New"/>
              <a:buChar char="o"/>
            </a:pPr>
            <a:r>
              <a:rPr lang="en-US" sz="1600">
                <a:solidFill>
                  <a:srgbClr val="0D0D0D"/>
                </a:solidFill>
                <a:latin typeface="Times New Roman"/>
                <a:ea typeface="+mn-lt"/>
                <a:cs typeface="+mn-lt"/>
              </a:rPr>
              <a:t>Capture long-range dependencies and global context in images.</a:t>
            </a:r>
            <a:endParaRPr lang="en-US" sz="1600">
              <a:latin typeface="Times New Roman"/>
              <a:ea typeface="+mn-lt"/>
              <a:cs typeface="+mn-lt"/>
            </a:endParaRPr>
          </a:p>
          <a:p>
            <a:pPr lvl="1">
              <a:buFont typeface="Courier New"/>
              <a:buChar char="o"/>
            </a:pPr>
            <a:r>
              <a:rPr lang="en-US" sz="1600">
                <a:solidFill>
                  <a:srgbClr val="0D0D0D"/>
                </a:solidFill>
                <a:latin typeface="Times New Roman"/>
                <a:ea typeface="+mn-lt"/>
                <a:cs typeface="+mn-lt"/>
              </a:rPr>
              <a:t>Better for scenes with multiple objects and complex relationships.</a:t>
            </a:r>
            <a:endParaRPr lang="en-US" sz="1600">
              <a:latin typeface="Times New Roman"/>
              <a:ea typeface="Calibri"/>
              <a:cs typeface="Calibri"/>
            </a:endParaRPr>
          </a:p>
        </p:txBody>
      </p:sp>
      <p:sp>
        <p:nvSpPr>
          <p:cNvPr id="19" name="Title 1">
            <a:extLst>
              <a:ext uri="{FF2B5EF4-FFF2-40B4-BE49-F238E27FC236}">
                <a16:creationId xmlns:a16="http://schemas.microsoft.com/office/drawing/2014/main" id="{FD7130BF-CD7B-9CA6-BC69-3656E293FC8E}"/>
              </a:ext>
            </a:extLst>
          </p:cNvPr>
          <p:cNvSpPr txBox="1">
            <a:spLocks/>
          </p:cNvSpPr>
          <p:nvPr/>
        </p:nvSpPr>
        <p:spPr>
          <a:xfrm>
            <a:off x="486032" y="-1329"/>
            <a:ext cx="10972800" cy="788831"/>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a:ea typeface="Calibri"/>
                <a:cs typeface="Calibri"/>
              </a:rPr>
              <a:t>Vision Transformers (VITs)</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pic>
        <p:nvPicPr>
          <p:cNvPr id="3" name="Picture 2" descr="Vision Encoder">
            <a:extLst>
              <a:ext uri="{FF2B5EF4-FFF2-40B4-BE49-F238E27FC236}">
                <a16:creationId xmlns:a16="http://schemas.microsoft.com/office/drawing/2014/main" id="{CC8E3AC7-B0B3-AA84-10E9-F302A8A9BA84}"/>
              </a:ext>
            </a:extLst>
          </p:cNvPr>
          <p:cNvPicPr>
            <a:picLocks noChangeAspect="1"/>
          </p:cNvPicPr>
          <p:nvPr/>
        </p:nvPicPr>
        <p:blipFill>
          <a:blip r:embed="rId3"/>
          <a:srcRect t="2751" r="72" b="-109"/>
          <a:stretch/>
        </p:blipFill>
        <p:spPr>
          <a:xfrm>
            <a:off x="6539307" y="2234950"/>
            <a:ext cx="5032433" cy="25492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A8625282-2A42-3E4F-93E8-1F701FEC9B25}"/>
              </a:ext>
            </a:extLst>
          </p:cNvPr>
          <p:cNvSpPr txBox="1"/>
          <p:nvPr/>
        </p:nvSpPr>
        <p:spPr>
          <a:xfrm>
            <a:off x="6530008" y="5044661"/>
            <a:ext cx="505128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Times New Roman"/>
                <a:cs typeface="Times New Roman"/>
              </a:rPr>
              <a:t>Mishra, </a:t>
            </a:r>
            <a:r>
              <a:rPr lang="en-US" sz="1000" err="1">
                <a:latin typeface="Times New Roman"/>
                <a:cs typeface="Times New Roman"/>
              </a:rPr>
              <a:t>Swapneel</a:t>
            </a:r>
            <a:r>
              <a:rPr lang="en-US" sz="1000">
                <a:latin typeface="Times New Roman"/>
                <a:cs typeface="Times New Roman"/>
              </a:rPr>
              <a:t>, et al. "Image Caption Generation Using Vision Transformer and GPT Architecture." </a:t>
            </a:r>
            <a:r>
              <a:rPr lang="en-US" sz="1000" i="1">
                <a:latin typeface="Times New Roman"/>
                <a:cs typeface="Times New Roman"/>
              </a:rPr>
              <a:t>2024 2nd International Conference on Advancement in Computation &amp; Computer Technologies</a:t>
            </a:r>
            <a:endParaRPr lang="en-US" sz="1000">
              <a:latin typeface="Times New Roman"/>
              <a:ea typeface="Calibri"/>
              <a:cs typeface="Times New Roman"/>
            </a:endParaRPr>
          </a:p>
        </p:txBody>
      </p:sp>
    </p:spTree>
    <p:extLst>
      <p:ext uri="{BB962C8B-B14F-4D97-AF65-F5344CB8AC3E}">
        <p14:creationId xmlns:p14="http://schemas.microsoft.com/office/powerpoint/2010/main" val="194218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C90637-9690-BEF9-3950-92D2F1483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19E44-5AD1-1A84-E85E-FB4BA64F1146}"/>
              </a:ext>
            </a:extLst>
          </p:cNvPr>
          <p:cNvSpPr>
            <a:spLocks noGrp="1"/>
          </p:cNvSpPr>
          <p:nvPr>
            <p:ph type="title"/>
          </p:nvPr>
        </p:nvSpPr>
        <p:spPr>
          <a:xfrm>
            <a:off x="609600" y="447633"/>
            <a:ext cx="10972800" cy="1143000"/>
          </a:xfrm>
        </p:spPr>
        <p:txBody>
          <a:bodyPr vert="horz" lIns="91440" tIns="45720" rIns="91440" bIns="45720" rtlCol="0" anchor="ctr">
            <a:noAutofit/>
          </a:bodyPr>
          <a:lstStyle/>
          <a:p>
            <a:br>
              <a:rPr lang="en-US">
                <a:latin typeface="Calibri"/>
                <a:ea typeface="Calibri"/>
                <a:cs typeface="Calibri"/>
              </a:rPr>
            </a:br>
            <a:br>
              <a:rPr lang="en-US">
                <a:latin typeface="Calibri"/>
                <a:ea typeface="Calibri"/>
                <a:cs typeface="Calibri"/>
              </a:rPr>
            </a:br>
            <a:endParaRPr lang="en-US">
              <a:ea typeface="Calibri"/>
              <a:cs typeface="Calibri"/>
            </a:endParaRPr>
          </a:p>
          <a:p>
            <a:pPr>
              <a:lnSpc>
                <a:spcPct val="90000"/>
              </a:lnSpc>
              <a:spcBef>
                <a:spcPct val="20000"/>
              </a:spcBef>
            </a:pPr>
            <a:endParaRPr lang="en-US">
              <a:ea typeface="Calibri"/>
              <a:cs typeface="Calibri"/>
            </a:endParaRPr>
          </a:p>
          <a:p>
            <a:endParaRPr lang="en-US" sz="2400">
              <a:latin typeface="Georgia Pro"/>
              <a:ea typeface="Calibri"/>
              <a:cs typeface="Calibri"/>
            </a:endParaRPr>
          </a:p>
        </p:txBody>
      </p:sp>
      <p:sp>
        <p:nvSpPr>
          <p:cNvPr id="5" name="TextBox 4">
            <a:extLst>
              <a:ext uri="{FF2B5EF4-FFF2-40B4-BE49-F238E27FC236}">
                <a16:creationId xmlns:a16="http://schemas.microsoft.com/office/drawing/2014/main" id="{C49DAEB5-1072-81B2-00B0-645C237256C0}"/>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8388B543-C4E2-4508-4559-152885D2342A}"/>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A0D73EF4-903A-1255-1A4F-FD4984CFC063}"/>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49C2DF86-11FE-594C-4BDD-64AE3DFB79A2}"/>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F0397E19-0873-C9A7-15F5-5A1C53AE54E4}"/>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CAEC3D72-D877-18C0-2C5F-40C35DC15C15}"/>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3" name="Content Placeholder 2">
            <a:extLst>
              <a:ext uri="{FF2B5EF4-FFF2-40B4-BE49-F238E27FC236}">
                <a16:creationId xmlns:a16="http://schemas.microsoft.com/office/drawing/2014/main" id="{9FCA6462-5469-6A0C-5338-01541C0423F0}"/>
              </a:ext>
            </a:extLst>
          </p:cNvPr>
          <p:cNvSpPr txBox="1">
            <a:spLocks/>
          </p:cNvSpPr>
          <p:nvPr/>
        </p:nvSpPr>
        <p:spPr>
          <a:xfrm>
            <a:off x="245975" y="803005"/>
            <a:ext cx="10215404" cy="2914772"/>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sz="1200">
                <a:solidFill>
                  <a:srgbClr val="444444"/>
                </a:solidFill>
                <a:latin typeface="Times New Roman"/>
                <a:ea typeface="Roboto"/>
                <a:cs typeface="Roboto"/>
              </a:rPr>
              <a:t>The main components of the architecture are:</a:t>
            </a:r>
          </a:p>
          <a:p>
            <a:pPr lvl="1">
              <a:buFont typeface="Courier New"/>
              <a:buChar char="o"/>
            </a:pPr>
            <a:r>
              <a:rPr lang="en-US" sz="1200" b="1" err="1">
                <a:solidFill>
                  <a:srgbClr val="444444"/>
                </a:solidFill>
                <a:latin typeface="Times New Roman"/>
                <a:ea typeface="Roboto"/>
                <a:cs typeface="Roboto"/>
              </a:rPr>
              <a:t>MBConv</a:t>
            </a:r>
            <a:r>
              <a:rPr lang="en-US" sz="1200" b="1">
                <a:solidFill>
                  <a:srgbClr val="444444"/>
                </a:solidFill>
                <a:latin typeface="Times New Roman"/>
                <a:ea typeface="Roboto"/>
                <a:cs typeface="Roboto"/>
              </a:rPr>
              <a:t> </a:t>
            </a:r>
            <a:r>
              <a:rPr lang="en-US" sz="1200">
                <a:solidFill>
                  <a:srgbClr val="444444"/>
                </a:solidFill>
                <a:latin typeface="Times New Roman"/>
                <a:ea typeface="Roboto"/>
                <a:cs typeface="Roboto"/>
              </a:rPr>
              <a:t>block (Mobile Inverted Bottleneck Convolution)</a:t>
            </a:r>
          </a:p>
          <a:p>
            <a:pPr lvl="2">
              <a:buFont typeface="Wingdings"/>
              <a:buChar char="§"/>
            </a:pPr>
            <a:r>
              <a:rPr lang="en-US" sz="1200">
                <a:solidFill>
                  <a:srgbClr val="444444"/>
                </a:solidFill>
                <a:latin typeface="Times New Roman"/>
                <a:ea typeface="Roboto"/>
                <a:cs typeface="Roboto"/>
              </a:rPr>
              <a:t>The </a:t>
            </a:r>
            <a:r>
              <a:rPr lang="en-US" sz="1200" b="1" err="1">
                <a:solidFill>
                  <a:srgbClr val="444444"/>
                </a:solidFill>
                <a:latin typeface="Times New Roman"/>
                <a:ea typeface="Roboto"/>
                <a:cs typeface="Roboto"/>
              </a:rPr>
              <a:t>MBConv</a:t>
            </a:r>
            <a:r>
              <a:rPr lang="en-US" sz="1200" b="1">
                <a:solidFill>
                  <a:srgbClr val="444444"/>
                </a:solidFill>
                <a:latin typeface="Times New Roman"/>
                <a:ea typeface="Roboto"/>
                <a:cs typeface="Roboto"/>
              </a:rPr>
              <a:t> </a:t>
            </a:r>
            <a:r>
              <a:rPr lang="en-US" sz="1200">
                <a:solidFill>
                  <a:srgbClr val="444444"/>
                </a:solidFill>
                <a:latin typeface="Times New Roman"/>
                <a:ea typeface="Roboto"/>
                <a:cs typeface="Roboto"/>
              </a:rPr>
              <a:t>block is an inverted residual block.</a:t>
            </a:r>
          </a:p>
          <a:p>
            <a:pPr lvl="3">
              <a:buFont typeface="Arial"/>
              <a:buChar char="•"/>
            </a:pPr>
            <a:r>
              <a:rPr lang="en-US" sz="1200">
                <a:solidFill>
                  <a:srgbClr val="444444"/>
                </a:solidFill>
                <a:latin typeface="Times New Roman"/>
                <a:ea typeface="Roboto"/>
                <a:cs typeface="Roboto"/>
              </a:rPr>
              <a:t>Expands the input feature map into a higher-dimensional space using a 1×1 convolution</a:t>
            </a:r>
          </a:p>
          <a:p>
            <a:pPr lvl="3">
              <a:buFont typeface="Arial"/>
              <a:buChar char="•"/>
            </a:pPr>
            <a:r>
              <a:rPr lang="en-US" sz="1200">
                <a:solidFill>
                  <a:srgbClr val="444444"/>
                </a:solidFill>
                <a:latin typeface="Times New Roman"/>
                <a:ea typeface="Roboto"/>
                <a:cs typeface="Roboto"/>
              </a:rPr>
              <a:t>Applies a </a:t>
            </a:r>
            <a:r>
              <a:rPr lang="en-US" sz="1200" err="1">
                <a:solidFill>
                  <a:srgbClr val="444444"/>
                </a:solidFill>
                <a:latin typeface="Times New Roman"/>
                <a:ea typeface="Roboto"/>
                <a:cs typeface="Roboto"/>
              </a:rPr>
              <a:t>depthwise</a:t>
            </a:r>
            <a:r>
              <a:rPr lang="en-US" sz="1200">
                <a:solidFill>
                  <a:srgbClr val="444444"/>
                </a:solidFill>
                <a:latin typeface="Times New Roman"/>
                <a:ea typeface="Roboto"/>
                <a:cs typeface="Roboto"/>
              </a:rPr>
              <a:t> convolution in this expanded space </a:t>
            </a:r>
          </a:p>
          <a:p>
            <a:pPr lvl="3">
              <a:buFont typeface="Arial"/>
              <a:buChar char="•"/>
            </a:pPr>
            <a:r>
              <a:rPr lang="en-US" sz="1200">
                <a:solidFill>
                  <a:srgbClr val="444444"/>
                </a:solidFill>
                <a:latin typeface="Times New Roman"/>
                <a:ea typeface="Roboto"/>
                <a:cs typeface="Roboto"/>
              </a:rPr>
              <a:t>Uses another 1×1 convolution that projects the feature map back to a lower-dimensional space</a:t>
            </a:r>
          </a:p>
          <a:p>
            <a:pPr lvl="1">
              <a:buFont typeface="Courier New"/>
              <a:buChar char="o"/>
            </a:pPr>
            <a:r>
              <a:rPr lang="en-US" sz="1200" b="1">
                <a:solidFill>
                  <a:srgbClr val="444444"/>
                </a:solidFill>
                <a:latin typeface="Times New Roman"/>
                <a:ea typeface="Roboto"/>
                <a:cs typeface="Roboto"/>
              </a:rPr>
              <a:t>Squeeze-and-excitation</a:t>
            </a:r>
            <a:r>
              <a:rPr lang="en-US" sz="1200">
                <a:solidFill>
                  <a:srgbClr val="444444"/>
                </a:solidFill>
                <a:latin typeface="Times New Roman"/>
                <a:ea typeface="Roboto"/>
                <a:cs typeface="Roboto"/>
              </a:rPr>
              <a:t> optimization</a:t>
            </a:r>
          </a:p>
          <a:p>
            <a:pPr lvl="2">
              <a:buFont typeface="Wingdings"/>
              <a:buChar char="§"/>
            </a:pPr>
            <a:r>
              <a:rPr lang="en-US" sz="1200">
                <a:solidFill>
                  <a:srgbClr val="444444"/>
                </a:solidFill>
                <a:latin typeface="Roboto"/>
                <a:ea typeface="Roboto"/>
                <a:cs typeface="Roboto"/>
              </a:rPr>
              <a:t>allows the model to emphasize useful features</a:t>
            </a:r>
          </a:p>
          <a:p>
            <a:pPr lvl="2">
              <a:buFont typeface="Wingdings"/>
              <a:buChar char="§"/>
            </a:pPr>
            <a:r>
              <a:rPr lang="en-US" sz="1200">
                <a:solidFill>
                  <a:srgbClr val="444444"/>
                </a:solidFill>
                <a:latin typeface="Roboto"/>
                <a:ea typeface="Roboto"/>
                <a:cs typeface="Roboto"/>
              </a:rPr>
              <a:t>Squeeze: </a:t>
            </a:r>
          </a:p>
          <a:p>
            <a:pPr lvl="3">
              <a:buFont typeface="Arial"/>
              <a:buChar char="•"/>
            </a:pPr>
            <a:r>
              <a:rPr lang="en-US" sz="1000">
                <a:solidFill>
                  <a:srgbClr val="444444"/>
                </a:solidFill>
                <a:latin typeface="Roboto"/>
                <a:ea typeface="Roboto"/>
                <a:cs typeface="Roboto"/>
              </a:rPr>
              <a:t> Aggregates the spatial dimensions (width and height) of the feature maps across each channel using global average pooling</a:t>
            </a:r>
            <a:endParaRPr lang="en-US"/>
          </a:p>
          <a:p>
            <a:pPr lvl="2">
              <a:buFont typeface="Wingdings"/>
              <a:buChar char="§"/>
            </a:pPr>
            <a:r>
              <a:rPr lang="en-US" sz="1200">
                <a:solidFill>
                  <a:srgbClr val="444444"/>
                </a:solidFill>
                <a:latin typeface="Roboto"/>
                <a:ea typeface="Roboto"/>
                <a:cs typeface="Roboto"/>
              </a:rPr>
              <a:t>Excitation:  </a:t>
            </a:r>
            <a:endParaRPr lang="en-US" sz="1200">
              <a:solidFill>
                <a:srgbClr val="000000"/>
              </a:solidFill>
              <a:latin typeface="Calibri"/>
              <a:ea typeface="Calibri"/>
              <a:cs typeface="Calibri"/>
            </a:endParaRPr>
          </a:p>
          <a:p>
            <a:pPr lvl="3">
              <a:buFont typeface="Arial"/>
              <a:buChar char="•"/>
            </a:pPr>
            <a:r>
              <a:rPr lang="en-US" sz="1000">
                <a:solidFill>
                  <a:srgbClr val="444444"/>
                </a:solidFill>
                <a:latin typeface="Roboto"/>
                <a:ea typeface="Roboto"/>
                <a:cs typeface="Roboto"/>
              </a:rPr>
              <a:t>the model using a full-connected layer applied after the squeezing step, produces a collection of per channel weight (activations or scores). </a:t>
            </a:r>
            <a:endParaRPr lang="en-US" sz="1000">
              <a:solidFill>
                <a:srgbClr val="000000"/>
              </a:solidFill>
              <a:latin typeface="Calibri"/>
              <a:ea typeface="Calibri"/>
              <a:cs typeface="Calibri"/>
            </a:endParaRPr>
          </a:p>
          <a:p>
            <a:pPr lvl="3">
              <a:buFont typeface="Arial"/>
              <a:buChar char="•"/>
            </a:pPr>
            <a:r>
              <a:rPr lang="en-US" sz="1000">
                <a:solidFill>
                  <a:srgbClr val="444444"/>
                </a:solidFill>
                <a:latin typeface="Roboto"/>
                <a:ea typeface="Roboto"/>
                <a:cs typeface="Roboto"/>
              </a:rPr>
              <a:t>Apply these learned importance scores to the original input feature map, channel-wise, effectively scaling each channel by its corresponding score.</a:t>
            </a:r>
            <a:endParaRPr lang="en-US" sz="1000">
              <a:ea typeface="Calibri"/>
              <a:cs typeface="Calibri"/>
            </a:endParaRPr>
          </a:p>
          <a:p>
            <a:pPr lvl="2">
              <a:buFont typeface="Wingdings"/>
              <a:buChar char="§"/>
            </a:pPr>
            <a:endParaRPr lang="en-US" sz="1200">
              <a:solidFill>
                <a:srgbClr val="444444"/>
              </a:solidFill>
              <a:latin typeface="Roboto"/>
              <a:ea typeface="Roboto"/>
              <a:cs typeface="Roboto"/>
            </a:endParaRPr>
          </a:p>
        </p:txBody>
      </p:sp>
      <p:sp>
        <p:nvSpPr>
          <p:cNvPr id="19" name="Title 1">
            <a:extLst>
              <a:ext uri="{FF2B5EF4-FFF2-40B4-BE49-F238E27FC236}">
                <a16:creationId xmlns:a16="http://schemas.microsoft.com/office/drawing/2014/main" id="{E54C5424-0937-8F4F-8491-BD0A0445E640}"/>
              </a:ext>
            </a:extLst>
          </p:cNvPr>
          <p:cNvSpPr txBox="1">
            <a:spLocks/>
          </p:cNvSpPr>
          <p:nvPr/>
        </p:nvSpPr>
        <p:spPr>
          <a:xfrm>
            <a:off x="244405" y="44475"/>
            <a:ext cx="10972800" cy="7982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br>
              <a:rPr lang="en-US">
                <a:latin typeface="Calibri"/>
                <a:ea typeface="Calibri"/>
                <a:cs typeface="Calibri"/>
              </a:rPr>
            </a:br>
            <a:br>
              <a:rPr lang="en-US">
                <a:latin typeface="Calibri"/>
                <a:ea typeface="Calibri"/>
                <a:cs typeface="Calibri"/>
              </a:rPr>
            </a:br>
            <a:r>
              <a:rPr lang="en-US" err="1">
                <a:ea typeface="+mj-lt"/>
                <a:cs typeface="+mj-lt"/>
              </a:rPr>
              <a:t>EfficientNet</a:t>
            </a:r>
            <a:r>
              <a:rPr lang="en-US">
                <a:ea typeface="+mj-lt"/>
                <a:cs typeface="+mj-lt"/>
              </a:rPr>
              <a:t>(B3)</a:t>
            </a:r>
          </a:p>
          <a:p>
            <a:pPr>
              <a:lnSpc>
                <a:spcPct val="90000"/>
              </a:lnSpc>
              <a:spcBef>
                <a:spcPct val="20000"/>
              </a:spcBef>
            </a:pPr>
            <a:endParaRPr lang="en-US">
              <a:ea typeface="Calibri"/>
              <a:cs typeface="Calibri"/>
            </a:endParaRPr>
          </a:p>
          <a:p>
            <a:endParaRPr lang="en-US">
              <a:latin typeface="Georgia Pro"/>
              <a:ea typeface="Calibri"/>
              <a:cs typeface="Calibri"/>
            </a:endParaRPr>
          </a:p>
        </p:txBody>
      </p:sp>
      <p:pic>
        <p:nvPicPr>
          <p:cNvPr id="6" name="Picture 5">
            <a:extLst>
              <a:ext uri="{FF2B5EF4-FFF2-40B4-BE49-F238E27FC236}">
                <a16:creationId xmlns:a16="http://schemas.microsoft.com/office/drawing/2014/main" id="{4C6D136A-0DE7-A3C5-AC4F-AE8283B3DF61}"/>
              </a:ext>
            </a:extLst>
          </p:cNvPr>
          <p:cNvPicPr>
            <a:picLocks noChangeAspect="1"/>
          </p:cNvPicPr>
          <p:nvPr/>
        </p:nvPicPr>
        <p:blipFill>
          <a:blip r:embed="rId3"/>
          <a:stretch>
            <a:fillRect/>
          </a:stretch>
        </p:blipFill>
        <p:spPr>
          <a:xfrm>
            <a:off x="9437060" y="801693"/>
            <a:ext cx="1234028" cy="2310716"/>
          </a:xfrm>
          <a:prstGeom prst="rect">
            <a:avLst/>
          </a:prstGeom>
        </p:spPr>
      </p:pic>
      <p:pic>
        <p:nvPicPr>
          <p:cNvPr id="12" name="Picture 11">
            <a:extLst>
              <a:ext uri="{FF2B5EF4-FFF2-40B4-BE49-F238E27FC236}">
                <a16:creationId xmlns:a16="http://schemas.microsoft.com/office/drawing/2014/main" id="{8AABF8DF-5949-7E2A-DAF3-8C44B2D375A5}"/>
              </a:ext>
            </a:extLst>
          </p:cNvPr>
          <p:cNvPicPr>
            <a:picLocks noChangeAspect="1"/>
          </p:cNvPicPr>
          <p:nvPr/>
        </p:nvPicPr>
        <p:blipFill>
          <a:blip r:embed="rId4"/>
          <a:stretch>
            <a:fillRect/>
          </a:stretch>
        </p:blipFill>
        <p:spPr>
          <a:xfrm>
            <a:off x="6096391" y="5026621"/>
            <a:ext cx="4456671" cy="1441189"/>
          </a:xfrm>
          <a:prstGeom prst="rect">
            <a:avLst/>
          </a:prstGeom>
        </p:spPr>
      </p:pic>
      <p:pic>
        <p:nvPicPr>
          <p:cNvPr id="14" name="Picture 13">
            <a:extLst>
              <a:ext uri="{FF2B5EF4-FFF2-40B4-BE49-F238E27FC236}">
                <a16:creationId xmlns:a16="http://schemas.microsoft.com/office/drawing/2014/main" id="{41834303-3EB5-41EC-8E92-894663D80109}"/>
              </a:ext>
            </a:extLst>
          </p:cNvPr>
          <p:cNvPicPr>
            <a:picLocks noChangeAspect="1"/>
          </p:cNvPicPr>
          <p:nvPr/>
        </p:nvPicPr>
        <p:blipFill>
          <a:blip r:embed="rId5"/>
          <a:stretch>
            <a:fillRect/>
          </a:stretch>
        </p:blipFill>
        <p:spPr>
          <a:xfrm>
            <a:off x="6005677" y="3797612"/>
            <a:ext cx="4448434" cy="1226029"/>
          </a:xfrm>
          <a:prstGeom prst="rect">
            <a:avLst/>
          </a:prstGeom>
        </p:spPr>
      </p:pic>
      <p:pic>
        <p:nvPicPr>
          <p:cNvPr id="15" name="Picture 14">
            <a:extLst>
              <a:ext uri="{FF2B5EF4-FFF2-40B4-BE49-F238E27FC236}">
                <a16:creationId xmlns:a16="http://schemas.microsoft.com/office/drawing/2014/main" id="{D3EB26B0-1E64-F308-649D-62C7C17C46A1}"/>
              </a:ext>
            </a:extLst>
          </p:cNvPr>
          <p:cNvPicPr>
            <a:picLocks noChangeAspect="1"/>
          </p:cNvPicPr>
          <p:nvPr/>
        </p:nvPicPr>
        <p:blipFill>
          <a:blip r:embed="rId6"/>
          <a:stretch>
            <a:fillRect/>
          </a:stretch>
        </p:blipFill>
        <p:spPr>
          <a:xfrm>
            <a:off x="903808" y="4093690"/>
            <a:ext cx="4734943" cy="2182487"/>
          </a:xfrm>
          <a:prstGeom prst="rect">
            <a:avLst/>
          </a:prstGeom>
        </p:spPr>
      </p:pic>
    </p:spTree>
    <p:extLst>
      <p:ext uri="{BB962C8B-B14F-4D97-AF65-F5344CB8AC3E}">
        <p14:creationId xmlns:p14="http://schemas.microsoft.com/office/powerpoint/2010/main" val="4192876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E6588-1635-8F00-E3A9-B3750909CBCF}"/>
              </a:ext>
            </a:extLst>
          </p:cNvPr>
          <p:cNvSpPr>
            <a:spLocks noGrp="1"/>
          </p:cNvSpPr>
          <p:nvPr>
            <p:ph type="title"/>
          </p:nvPr>
        </p:nvSpPr>
        <p:spPr>
          <a:xfrm>
            <a:off x="609600" y="274638"/>
            <a:ext cx="10972800" cy="743858"/>
          </a:xfrm>
        </p:spPr>
        <p:txBody>
          <a:bodyPr>
            <a:noAutofit/>
          </a:bodyPr>
          <a:lstStyle/>
          <a:p>
            <a:r>
              <a:rPr lang="en-US">
                <a:ea typeface="Calibri"/>
                <a:cs typeface="Calibri"/>
              </a:rPr>
              <a:t>Decoder</a:t>
            </a:r>
          </a:p>
        </p:txBody>
      </p:sp>
      <p:sp>
        <p:nvSpPr>
          <p:cNvPr id="3" name="Content Placeholder 2">
            <a:extLst>
              <a:ext uri="{FF2B5EF4-FFF2-40B4-BE49-F238E27FC236}">
                <a16:creationId xmlns:a16="http://schemas.microsoft.com/office/drawing/2014/main" id="{DA9CCADF-8554-C19E-8FCB-2CE660E755A6}"/>
              </a:ext>
            </a:extLst>
          </p:cNvPr>
          <p:cNvSpPr>
            <a:spLocks noGrp="1"/>
          </p:cNvSpPr>
          <p:nvPr>
            <p:ph sz="half" idx="1"/>
          </p:nvPr>
        </p:nvSpPr>
        <p:spPr>
          <a:xfrm>
            <a:off x="1262743" y="3015343"/>
            <a:ext cx="3924301" cy="1840821"/>
          </a:xfrm>
        </p:spPr>
        <p:txBody>
          <a:bodyPr vert="horz" lIns="91440" tIns="45720" rIns="91440" bIns="45720" rtlCol="0" anchor="t">
            <a:normAutofit/>
          </a:bodyPr>
          <a:lstStyle/>
          <a:p>
            <a:pPr>
              <a:buFont typeface="Courier New"/>
              <a:buChar char="o"/>
            </a:pPr>
            <a:r>
              <a:rPr lang="en-US" sz="1600">
                <a:latin typeface="Times New Roman"/>
                <a:ea typeface="Calibri"/>
                <a:cs typeface="Calibri"/>
              </a:rPr>
              <a:t>Inputs image embedding + tokenized caption</a:t>
            </a:r>
            <a:endParaRPr lang="en-US"/>
          </a:p>
          <a:p>
            <a:pPr>
              <a:buFont typeface="Courier New"/>
              <a:buChar char="o"/>
            </a:pPr>
            <a:r>
              <a:rPr lang="en-US" sz="1600" err="1">
                <a:latin typeface="Times New Roman"/>
                <a:ea typeface="Calibri"/>
                <a:cs typeface="Calibri"/>
              </a:rPr>
              <a:t>GloVe</a:t>
            </a:r>
            <a:r>
              <a:rPr lang="en-US" sz="1600">
                <a:latin typeface="Times New Roman"/>
                <a:ea typeface="Calibri"/>
                <a:cs typeface="Calibri"/>
              </a:rPr>
              <a:t>-initialized embedding layer</a:t>
            </a:r>
            <a:endParaRPr lang="en-US" sz="1600">
              <a:latin typeface="Times New Roman"/>
              <a:cs typeface="Times New Roman"/>
            </a:endParaRPr>
          </a:p>
          <a:p>
            <a:pPr>
              <a:buFont typeface="Courier New"/>
              <a:buChar char="o"/>
            </a:pPr>
            <a:r>
              <a:rPr lang="en-US" sz="1600">
                <a:latin typeface="Times New Roman"/>
                <a:ea typeface="Calibri"/>
                <a:cs typeface="Calibri"/>
              </a:rPr>
              <a:t>LSTM processes the sequence</a:t>
            </a:r>
            <a:endParaRPr lang="en-US" sz="1600">
              <a:latin typeface="Times New Roman"/>
              <a:cs typeface="Times New Roman"/>
            </a:endParaRPr>
          </a:p>
          <a:p>
            <a:pPr>
              <a:buFont typeface="Courier New"/>
              <a:buChar char="o"/>
            </a:pPr>
            <a:r>
              <a:rPr lang="en-US" sz="1600">
                <a:latin typeface="Times New Roman"/>
                <a:ea typeface="Calibri"/>
                <a:cs typeface="Calibri"/>
              </a:rPr>
              <a:t>Linear layer outputs logits over vocabulary</a:t>
            </a:r>
            <a:endParaRPr lang="en-US" sz="1600">
              <a:latin typeface="Times New Roman"/>
              <a:cs typeface="Times New Roman"/>
            </a:endParaRPr>
          </a:p>
          <a:p>
            <a:pPr>
              <a:buFont typeface="Courier New"/>
              <a:buChar char="o"/>
            </a:pPr>
            <a:endParaRPr lang="en-US">
              <a:ea typeface="Calibri"/>
              <a:cs typeface="Calibri"/>
            </a:endParaRPr>
          </a:p>
        </p:txBody>
      </p:sp>
      <p:pic>
        <p:nvPicPr>
          <p:cNvPr id="5" name="Content Placeholder 4" descr="End-to-End Image Captioning Using Computer Vision and Natural Language ...">
            <a:extLst>
              <a:ext uri="{FF2B5EF4-FFF2-40B4-BE49-F238E27FC236}">
                <a16:creationId xmlns:a16="http://schemas.microsoft.com/office/drawing/2014/main" id="{A598F2AC-3D75-A857-E1D0-D8C20B754DF4}"/>
              </a:ext>
            </a:extLst>
          </p:cNvPr>
          <p:cNvPicPr>
            <a:picLocks noGrp="1" noChangeAspect="1"/>
          </p:cNvPicPr>
          <p:nvPr>
            <p:ph sz="half" idx="2"/>
          </p:nvPr>
        </p:nvPicPr>
        <p:blipFill>
          <a:blip r:embed="rId3"/>
          <a:stretch>
            <a:fillRect/>
          </a:stretch>
        </p:blipFill>
        <p:spPr>
          <a:xfrm>
            <a:off x="5290104" y="2700186"/>
            <a:ext cx="5384800" cy="2146881"/>
          </a:xfrm>
        </p:spPr>
      </p:pic>
      <p:sp>
        <p:nvSpPr>
          <p:cNvPr id="6" name="TextBox 5">
            <a:extLst>
              <a:ext uri="{FF2B5EF4-FFF2-40B4-BE49-F238E27FC236}">
                <a16:creationId xmlns:a16="http://schemas.microsoft.com/office/drawing/2014/main" id="{54474B13-BC2A-1D00-05F4-D6C31C5B67D7}"/>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8" name="TextBox 7">
            <a:extLst>
              <a:ext uri="{FF2B5EF4-FFF2-40B4-BE49-F238E27FC236}">
                <a16:creationId xmlns:a16="http://schemas.microsoft.com/office/drawing/2014/main" id="{69A7CD9A-FB0B-BFEE-8FB7-C389F9D01298}"/>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10" name="TextBox 9">
            <a:extLst>
              <a:ext uri="{FF2B5EF4-FFF2-40B4-BE49-F238E27FC236}">
                <a16:creationId xmlns:a16="http://schemas.microsoft.com/office/drawing/2014/main" id="{229E2F8D-0B0C-53CC-6F60-18653510A3E7}"/>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12" name="TextBox 11">
            <a:extLst>
              <a:ext uri="{FF2B5EF4-FFF2-40B4-BE49-F238E27FC236}">
                <a16:creationId xmlns:a16="http://schemas.microsoft.com/office/drawing/2014/main" id="{1330868D-88F5-AC5A-76B1-6FCEE1FB42BC}"/>
              </a:ext>
            </a:extLst>
          </p:cNvPr>
          <p:cNvSpPr txBox="1"/>
          <p:nvPr/>
        </p:nvSpPr>
        <p:spPr>
          <a:xfrm>
            <a:off x="5636063" y="6549537"/>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p>
        </p:txBody>
      </p:sp>
      <p:sp>
        <p:nvSpPr>
          <p:cNvPr id="14" name="TextBox 13">
            <a:extLst>
              <a:ext uri="{FF2B5EF4-FFF2-40B4-BE49-F238E27FC236}">
                <a16:creationId xmlns:a16="http://schemas.microsoft.com/office/drawing/2014/main" id="{71623006-BD70-DB5E-0C71-95506253015E}"/>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6" name="TextBox 15">
            <a:extLst>
              <a:ext uri="{FF2B5EF4-FFF2-40B4-BE49-F238E27FC236}">
                <a16:creationId xmlns:a16="http://schemas.microsoft.com/office/drawing/2014/main" id="{6A2C31A6-FB4A-DC79-D3BA-85C02D73D01F}"/>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4" name="TextBox 3">
            <a:extLst>
              <a:ext uri="{FF2B5EF4-FFF2-40B4-BE49-F238E27FC236}">
                <a16:creationId xmlns:a16="http://schemas.microsoft.com/office/drawing/2014/main" id="{FD87FE4C-50AB-788C-DF8B-FCE9E2239A26}"/>
              </a:ext>
            </a:extLst>
          </p:cNvPr>
          <p:cNvSpPr txBox="1"/>
          <p:nvPr/>
        </p:nvSpPr>
        <p:spPr>
          <a:xfrm>
            <a:off x="504092" y="6267938"/>
            <a:ext cx="954258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Times New Roman"/>
                <a:cs typeface="Times New Roman"/>
              </a:rPr>
              <a:t>*https://th.bing.com/th/id/OIP.d4aezvnXZkVzGZblRhwX2AHaC8?rs=1&amp;pid=ImgDetMain</a:t>
            </a:r>
            <a:endParaRPr lang="en-US" sz="1000">
              <a:latin typeface="Times New Roman"/>
              <a:ea typeface="Calibri"/>
              <a:cs typeface="Times New Roman"/>
            </a:endParaRPr>
          </a:p>
        </p:txBody>
      </p:sp>
    </p:spTree>
    <p:extLst>
      <p:ext uri="{BB962C8B-B14F-4D97-AF65-F5344CB8AC3E}">
        <p14:creationId xmlns:p14="http://schemas.microsoft.com/office/powerpoint/2010/main" val="4292797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5BBE-7E75-5140-BA70-38484B2A0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C3160-F42C-18BF-5BD6-2ACBF3EE1341}"/>
              </a:ext>
            </a:extLst>
          </p:cNvPr>
          <p:cNvSpPr>
            <a:spLocks noGrp="1"/>
          </p:cNvSpPr>
          <p:nvPr>
            <p:ph type="title"/>
          </p:nvPr>
        </p:nvSpPr>
        <p:spPr>
          <a:xfrm>
            <a:off x="1646080" y="407963"/>
            <a:ext cx="8893856" cy="1169551"/>
          </a:xfrm>
        </p:spPr>
        <p:txBody>
          <a:bodyPr vert="horz" lIns="91440" tIns="45720" rIns="91440" bIns="45720" rtlCol="0" anchor="ctr">
            <a:noAutofit/>
          </a:bodyPr>
          <a:lstStyle/>
          <a:p>
            <a:br>
              <a:rPr lang="en-US"/>
            </a:br>
            <a:r>
              <a:rPr lang="en-US"/>
              <a:t>Evaluation Metrices</a:t>
            </a:r>
            <a:endParaRPr lang="en-US">
              <a:ea typeface="Calibri"/>
              <a:cs typeface="Calibri"/>
            </a:endParaRPr>
          </a:p>
          <a:p>
            <a:endParaRPr lang="en-US">
              <a:latin typeface="Georgia Pro"/>
              <a:ea typeface="Calibri"/>
              <a:cs typeface="Calibri"/>
            </a:endParaRPr>
          </a:p>
        </p:txBody>
      </p:sp>
      <p:sp>
        <p:nvSpPr>
          <p:cNvPr id="5" name="TextBox 4">
            <a:extLst>
              <a:ext uri="{FF2B5EF4-FFF2-40B4-BE49-F238E27FC236}">
                <a16:creationId xmlns:a16="http://schemas.microsoft.com/office/drawing/2014/main" id="{613D54F9-A437-71E4-66FA-C222BE689832}"/>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5FD037DF-6B85-ABE2-370E-B972584BFEBC}"/>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54242231-D3FD-6A9D-EC12-EA47F7FECE98}"/>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FD680826-7C70-A89B-4259-C92F8EC10B1C}"/>
              </a:ext>
            </a:extLst>
          </p:cNvPr>
          <p:cNvSpPr txBox="1"/>
          <p:nvPr/>
        </p:nvSpPr>
        <p:spPr>
          <a:xfrm>
            <a:off x="5645709" y="6538271"/>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60D0ED9F-6DC3-E438-1ED8-08AE612BD727}"/>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075E1F02-1FFE-00E5-0B6D-2CFA0517E1F1}"/>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46A82C38-0F25-E9C6-3CCE-827421088690}"/>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4" name="Content Placeholder 3">
            <a:extLst>
              <a:ext uri="{FF2B5EF4-FFF2-40B4-BE49-F238E27FC236}">
                <a16:creationId xmlns:a16="http://schemas.microsoft.com/office/drawing/2014/main" id="{89487F3D-07B4-DFF2-40D3-4E7FC95148B1}"/>
              </a:ext>
            </a:extLst>
          </p:cNvPr>
          <p:cNvSpPr>
            <a:spLocks noGrp="1"/>
          </p:cNvSpPr>
          <p:nvPr>
            <p:ph idx="1"/>
          </p:nvPr>
        </p:nvSpPr>
        <p:spPr>
          <a:xfrm>
            <a:off x="940468" y="1570122"/>
            <a:ext cx="10972800" cy="4525963"/>
          </a:xfrm>
        </p:spPr>
        <p:txBody>
          <a:bodyPr vert="horz" lIns="91440" tIns="45720" rIns="91440" bIns="45720" rtlCol="0" anchor="t">
            <a:normAutofit/>
          </a:bodyPr>
          <a:lstStyle/>
          <a:p>
            <a:pPr marL="0" indent="0">
              <a:buNone/>
            </a:pPr>
            <a:r>
              <a:rPr lang="en-US" sz="1400">
                <a:latin typeface="Times New Roman"/>
                <a:cs typeface="Times New Roman"/>
              </a:rPr>
              <a:t>BLEU (Bilingual Evaluation Understudy) </a:t>
            </a:r>
            <a:endParaRPr lang="en-US" sz="1400">
              <a:latin typeface="Times New Roman"/>
              <a:ea typeface="Calibri"/>
              <a:cs typeface="Calibri"/>
            </a:endParaRPr>
          </a:p>
          <a:p>
            <a:pPr marL="685800" lvl="1">
              <a:buFont typeface="Courier New"/>
              <a:buChar char="o"/>
            </a:pPr>
            <a:r>
              <a:rPr lang="en-US" sz="1400">
                <a:latin typeface="Times New Roman"/>
                <a:cs typeface="Times New Roman"/>
              </a:rPr>
              <a:t>Measures n-gram overlap between generated and gold captions.</a:t>
            </a:r>
            <a:endParaRPr lang="en-US" sz="1400">
              <a:latin typeface="Times New Roman"/>
              <a:ea typeface="Calibri"/>
              <a:cs typeface="Times New Roman"/>
            </a:endParaRPr>
          </a:p>
          <a:p>
            <a:pPr marL="685800" lvl="1">
              <a:buFont typeface="Courier New"/>
              <a:buChar char="o"/>
            </a:pPr>
            <a:r>
              <a:rPr lang="en-US" sz="1400">
                <a:latin typeface="Times New Roman"/>
                <a:cs typeface="Times New Roman"/>
              </a:rPr>
              <a:t>Captures precision: how many words in the generated caption match reference captions.</a:t>
            </a:r>
            <a:endParaRPr lang="en-US" sz="1400">
              <a:latin typeface="Times New Roman"/>
              <a:ea typeface="Calibri"/>
              <a:cs typeface="Calibri"/>
            </a:endParaRPr>
          </a:p>
          <a:p>
            <a:pPr marL="685800" lvl="1">
              <a:buFont typeface="Courier New"/>
              <a:buChar char="o"/>
            </a:pPr>
            <a:r>
              <a:rPr lang="en-US" sz="1400">
                <a:latin typeface="Times New Roman"/>
                <a:cs typeface="Times New Roman"/>
              </a:rPr>
              <a:t>Common variants: BLEU-1 to BLEU-4 (unigram to 4-gram).</a:t>
            </a:r>
            <a:endParaRPr lang="en-US" sz="1400">
              <a:latin typeface="Times New Roman"/>
              <a:ea typeface="Calibri"/>
              <a:cs typeface="Calibri"/>
            </a:endParaRPr>
          </a:p>
          <a:p>
            <a:pPr marL="685800" lvl="1" indent="-285750">
              <a:buFont typeface="Courier New"/>
              <a:buChar char="o"/>
            </a:pPr>
            <a:r>
              <a:rPr lang="en-US" sz="1400">
                <a:latin typeface="Times New Roman"/>
                <a:cs typeface="Times New Roman"/>
              </a:rPr>
              <a:t>Higher BLEU scores indicate closer similarity to human-written captions.</a:t>
            </a:r>
            <a:endParaRPr lang="en-US" sz="1000">
              <a:latin typeface="Calibri"/>
              <a:ea typeface="Calibri"/>
              <a:cs typeface="Calibri"/>
            </a:endParaRPr>
          </a:p>
          <a:p>
            <a:pPr marL="457200" lvl="1" indent="0">
              <a:buNone/>
            </a:pPr>
            <a:endParaRPr lang="en-US" sz="1400">
              <a:latin typeface="Times New Roman" panose="02020603050405020304" pitchFamily="18" charset="0"/>
              <a:cs typeface="Times New Roman" panose="02020603050405020304" pitchFamily="18" charset="0"/>
            </a:endParaRPr>
          </a:p>
          <a:p>
            <a:pPr marL="0" indent="0">
              <a:buNone/>
            </a:pPr>
            <a:endParaRPr lang="en-US" sz="1400">
              <a:latin typeface="Times New Roman" panose="02020603050405020304" pitchFamily="18" charset="0"/>
              <a:cs typeface="Times New Roman" panose="02020603050405020304" pitchFamily="18" charset="0"/>
            </a:endParaRPr>
          </a:p>
          <a:p>
            <a:pPr marL="0" indent="0">
              <a:buNone/>
            </a:pPr>
            <a:endParaRPr lang="en-US" sz="1200">
              <a:latin typeface="Times New Roman" panose="02020603050405020304" pitchFamily="18" charset="0"/>
              <a:cs typeface="Times New Roman" panose="02020603050405020304" pitchFamily="18" charset="0"/>
            </a:endParaRPr>
          </a:p>
        </p:txBody>
      </p:sp>
      <p:sp>
        <p:nvSpPr>
          <p:cNvPr id="6" name="object 3">
            <a:extLst>
              <a:ext uri="{FF2B5EF4-FFF2-40B4-BE49-F238E27FC236}">
                <a16:creationId xmlns:a16="http://schemas.microsoft.com/office/drawing/2014/main" id="{DA7DDBB9-67BC-BFFE-0D5C-6D0FB1CDD9B0}"/>
              </a:ext>
            </a:extLst>
          </p:cNvPr>
          <p:cNvSpPr txBox="1"/>
          <p:nvPr/>
        </p:nvSpPr>
        <p:spPr>
          <a:xfrm>
            <a:off x="6787340" y="3723228"/>
            <a:ext cx="2357698" cy="447986"/>
          </a:xfrm>
          <a:prstGeom prst="rect">
            <a:avLst/>
          </a:prstGeom>
        </p:spPr>
        <p:txBody>
          <a:bodyPr vert="horz" wrap="square" lIns="0" tIns="16933" rIns="0" bIns="0" rtlCol="0" anchor="t">
            <a:spAutoFit/>
          </a:bodyPr>
          <a:lstStyle/>
          <a:p>
            <a:pPr marL="16510">
              <a:lnSpc>
                <a:spcPct val="100000"/>
              </a:lnSpc>
              <a:spcBef>
                <a:spcPts val="133"/>
              </a:spcBef>
            </a:pPr>
            <a:r>
              <a:rPr sz="1400">
                <a:latin typeface="Times New Roman"/>
                <a:cs typeface="Tahoma"/>
              </a:rPr>
              <a:t>Precision</a:t>
            </a:r>
            <a:r>
              <a:rPr sz="1400" spc="-173">
                <a:latin typeface="Times New Roman"/>
                <a:cs typeface="Tahoma"/>
              </a:rPr>
              <a:t> </a:t>
            </a:r>
            <a:r>
              <a:rPr sz="1400" spc="-373">
                <a:latin typeface="Times New Roman"/>
                <a:cs typeface="Tahoma"/>
              </a:rPr>
              <a:t>=</a:t>
            </a:r>
            <a:r>
              <a:rPr sz="1400" spc="427">
                <a:latin typeface="Times New Roman"/>
                <a:cs typeface="Tahoma"/>
              </a:rPr>
              <a:t> </a:t>
            </a:r>
            <a:r>
              <a:rPr sz="1400" spc="-33">
                <a:latin typeface="Times New Roman"/>
                <a:cs typeface="Tahoma"/>
              </a:rPr>
              <a:t>7/7</a:t>
            </a:r>
            <a:endParaRPr lang="en-US" sz="1400">
              <a:latin typeface="Times New Roman"/>
              <a:ea typeface="Tahoma"/>
              <a:cs typeface="Tahoma"/>
            </a:endParaRPr>
          </a:p>
          <a:p>
            <a:pPr marL="16510">
              <a:lnSpc>
                <a:spcPct val="100000"/>
              </a:lnSpc>
            </a:pPr>
            <a:r>
              <a:rPr sz="1400" spc="67">
                <a:latin typeface="Times New Roman"/>
                <a:cs typeface="Tahoma"/>
              </a:rPr>
              <a:t>Modified</a:t>
            </a:r>
            <a:r>
              <a:rPr sz="1400" spc="-240">
                <a:latin typeface="Times New Roman"/>
                <a:cs typeface="Tahoma"/>
              </a:rPr>
              <a:t> </a:t>
            </a:r>
            <a:r>
              <a:rPr sz="1400" spc="-33">
                <a:latin typeface="Times New Roman"/>
                <a:cs typeface="Tahoma"/>
              </a:rPr>
              <a:t>precision=</a:t>
            </a:r>
            <a:r>
              <a:rPr sz="1400" spc="-233">
                <a:latin typeface="Times New Roman"/>
                <a:cs typeface="Tahoma"/>
              </a:rPr>
              <a:t> </a:t>
            </a:r>
            <a:r>
              <a:rPr sz="1400" spc="-33">
                <a:latin typeface="Times New Roman"/>
                <a:cs typeface="Tahoma"/>
              </a:rPr>
              <a:t>2/7</a:t>
            </a:r>
            <a:endParaRPr sz="1600">
              <a:latin typeface="Times New Roman"/>
              <a:ea typeface="Tahoma"/>
              <a:cs typeface="Tahoma"/>
            </a:endParaRPr>
          </a:p>
        </p:txBody>
      </p:sp>
      <p:sp>
        <p:nvSpPr>
          <p:cNvPr id="14" name="object 4">
            <a:extLst>
              <a:ext uri="{FF2B5EF4-FFF2-40B4-BE49-F238E27FC236}">
                <a16:creationId xmlns:a16="http://schemas.microsoft.com/office/drawing/2014/main" id="{A9C04581-90B9-BE35-4D9B-04CF591A7197}"/>
              </a:ext>
            </a:extLst>
          </p:cNvPr>
          <p:cNvSpPr txBox="1"/>
          <p:nvPr/>
        </p:nvSpPr>
        <p:spPr>
          <a:xfrm>
            <a:off x="1308656" y="4711578"/>
            <a:ext cx="1458807" cy="263320"/>
          </a:xfrm>
          <a:prstGeom prst="rect">
            <a:avLst/>
          </a:prstGeom>
        </p:spPr>
        <p:txBody>
          <a:bodyPr vert="horz" wrap="square" lIns="0" tIns="16933" rIns="0" bIns="0" rtlCol="0" anchor="t">
            <a:spAutoFit/>
          </a:bodyPr>
          <a:lstStyle/>
          <a:p>
            <a:pPr marL="16510">
              <a:lnSpc>
                <a:spcPct val="100000"/>
              </a:lnSpc>
              <a:spcBef>
                <a:spcPts val="133"/>
              </a:spcBef>
            </a:pPr>
            <a:r>
              <a:rPr sz="1600" spc="-13">
                <a:latin typeface="Times New Roman"/>
                <a:cs typeface="Tahoma"/>
              </a:rPr>
              <a:t>Definition:</a:t>
            </a:r>
            <a:endParaRPr lang="en-US" sz="1600">
              <a:latin typeface="Times New Roman"/>
              <a:cs typeface="Tahoma"/>
            </a:endParaRPr>
          </a:p>
        </p:txBody>
      </p:sp>
      <p:pic>
        <p:nvPicPr>
          <p:cNvPr id="16" name="object 5">
            <a:extLst>
              <a:ext uri="{FF2B5EF4-FFF2-40B4-BE49-F238E27FC236}">
                <a16:creationId xmlns:a16="http://schemas.microsoft.com/office/drawing/2014/main" id="{0E4FE283-6097-41BE-C3D9-13AACEF7D06F}"/>
              </a:ext>
            </a:extLst>
          </p:cNvPr>
          <p:cNvPicPr/>
          <p:nvPr/>
        </p:nvPicPr>
        <p:blipFill>
          <a:blip r:embed="rId3" cstate="print"/>
          <a:stretch>
            <a:fillRect/>
          </a:stretch>
        </p:blipFill>
        <p:spPr>
          <a:xfrm>
            <a:off x="1524006" y="3435393"/>
            <a:ext cx="4711770" cy="1013400"/>
          </a:xfrm>
          <a:prstGeom prst="rect">
            <a:avLst/>
          </a:prstGeom>
        </p:spPr>
      </p:pic>
      <p:pic>
        <p:nvPicPr>
          <p:cNvPr id="18" name="object 6">
            <a:extLst>
              <a:ext uri="{FF2B5EF4-FFF2-40B4-BE49-F238E27FC236}">
                <a16:creationId xmlns:a16="http://schemas.microsoft.com/office/drawing/2014/main" id="{25A22B0B-5EF6-0F77-8CBB-4E94E2DD5784}"/>
              </a:ext>
            </a:extLst>
          </p:cNvPr>
          <p:cNvPicPr/>
          <p:nvPr/>
        </p:nvPicPr>
        <p:blipFill>
          <a:blip r:embed="rId4" cstate="print"/>
          <a:stretch>
            <a:fillRect/>
          </a:stretch>
        </p:blipFill>
        <p:spPr>
          <a:xfrm>
            <a:off x="1312392" y="5084069"/>
            <a:ext cx="3725088" cy="856915"/>
          </a:xfrm>
          <a:prstGeom prst="rect">
            <a:avLst/>
          </a:prstGeom>
        </p:spPr>
      </p:pic>
      <p:sp>
        <p:nvSpPr>
          <p:cNvPr id="20" name="object 7">
            <a:extLst>
              <a:ext uri="{FF2B5EF4-FFF2-40B4-BE49-F238E27FC236}">
                <a16:creationId xmlns:a16="http://schemas.microsoft.com/office/drawing/2014/main" id="{1C36AA32-E60E-F6D5-9349-D8889CF667BF}"/>
              </a:ext>
            </a:extLst>
          </p:cNvPr>
          <p:cNvSpPr txBox="1"/>
          <p:nvPr/>
        </p:nvSpPr>
        <p:spPr>
          <a:xfrm>
            <a:off x="6532322" y="4846347"/>
            <a:ext cx="5114788" cy="447986"/>
          </a:xfrm>
          <a:prstGeom prst="rect">
            <a:avLst/>
          </a:prstGeom>
        </p:spPr>
        <p:txBody>
          <a:bodyPr vert="horz" wrap="square" lIns="0" tIns="16933" rIns="0" bIns="0" rtlCol="0" anchor="t">
            <a:spAutoFit/>
          </a:bodyPr>
          <a:lstStyle/>
          <a:p>
            <a:pPr marL="16510">
              <a:spcBef>
                <a:spcPts val="133"/>
              </a:spcBef>
            </a:pPr>
            <a:r>
              <a:rPr sz="1400">
                <a:latin typeface="Times New Roman"/>
                <a:cs typeface="Tahoma"/>
              </a:rPr>
              <a:t>Output</a:t>
            </a:r>
            <a:r>
              <a:rPr sz="1400" spc="-173">
                <a:latin typeface="Times New Roman"/>
                <a:cs typeface="Tahoma"/>
              </a:rPr>
              <a:t> </a:t>
            </a:r>
            <a:r>
              <a:rPr sz="1400">
                <a:latin typeface="Times New Roman"/>
                <a:cs typeface="Tahoma"/>
              </a:rPr>
              <a:t>is</a:t>
            </a:r>
            <a:r>
              <a:rPr sz="1400" spc="-173">
                <a:latin typeface="Times New Roman"/>
                <a:cs typeface="Tahoma"/>
              </a:rPr>
              <a:t> </a:t>
            </a:r>
            <a:r>
              <a:rPr sz="1400">
                <a:latin typeface="Times New Roman"/>
                <a:cs typeface="Tahoma"/>
              </a:rPr>
              <a:t>the</a:t>
            </a:r>
            <a:r>
              <a:rPr sz="1400" spc="-167">
                <a:latin typeface="Times New Roman"/>
                <a:cs typeface="Tahoma"/>
              </a:rPr>
              <a:t> </a:t>
            </a:r>
            <a:r>
              <a:rPr sz="1400">
                <a:latin typeface="Times New Roman"/>
                <a:cs typeface="Tahoma"/>
              </a:rPr>
              <a:t>geometric</a:t>
            </a:r>
            <a:r>
              <a:rPr sz="1400" spc="-173">
                <a:latin typeface="Times New Roman"/>
                <a:cs typeface="Tahoma"/>
              </a:rPr>
              <a:t> </a:t>
            </a:r>
            <a:r>
              <a:rPr sz="1400" spc="-40">
                <a:latin typeface="Times New Roman"/>
                <a:cs typeface="Tahoma"/>
              </a:rPr>
              <a:t>mean</a:t>
            </a:r>
            <a:r>
              <a:rPr sz="1400" spc="-173">
                <a:latin typeface="Times New Roman"/>
                <a:cs typeface="Tahoma"/>
              </a:rPr>
              <a:t> </a:t>
            </a:r>
            <a:r>
              <a:rPr lang="en-US" sz="1400" spc="-33">
                <a:latin typeface="Times New Roman"/>
                <a:cs typeface="Tahoma"/>
              </a:rPr>
              <a:t>of </a:t>
            </a:r>
            <a:r>
              <a:rPr lang="en-US" sz="1400" spc="-53">
                <a:latin typeface="Times New Roman"/>
                <a:cs typeface="Tahoma"/>
              </a:rPr>
              <a:t>n-</a:t>
            </a:r>
            <a:r>
              <a:rPr lang="en-US" sz="1400" spc="-13">
                <a:latin typeface="Times New Roman"/>
                <a:cs typeface="Tahoma"/>
              </a:rPr>
              <a:t>gram</a:t>
            </a:r>
            <a:r>
              <a:rPr sz="1400" spc="-173">
                <a:latin typeface="Times New Roman"/>
                <a:cs typeface="Tahoma"/>
              </a:rPr>
              <a:t> </a:t>
            </a:r>
            <a:r>
              <a:rPr sz="1400">
                <a:latin typeface="Times New Roman"/>
                <a:cs typeface="Tahoma"/>
              </a:rPr>
              <a:t>score</a:t>
            </a:r>
            <a:r>
              <a:rPr sz="1400" spc="-173">
                <a:latin typeface="Times New Roman"/>
                <a:cs typeface="Tahoma"/>
              </a:rPr>
              <a:t> </a:t>
            </a:r>
            <a:r>
              <a:rPr sz="1400">
                <a:latin typeface="Times New Roman"/>
                <a:cs typeface="Tahoma"/>
              </a:rPr>
              <a:t>with</a:t>
            </a:r>
            <a:r>
              <a:rPr sz="1400" spc="-173">
                <a:latin typeface="Times New Roman"/>
                <a:cs typeface="Tahoma"/>
              </a:rPr>
              <a:t> </a:t>
            </a:r>
            <a:r>
              <a:rPr sz="1400" spc="-60">
                <a:latin typeface="Times New Roman"/>
                <a:cs typeface="Tahoma"/>
              </a:rPr>
              <a:t>a</a:t>
            </a:r>
            <a:r>
              <a:rPr sz="1400" spc="-173">
                <a:latin typeface="Times New Roman"/>
                <a:cs typeface="Tahoma"/>
              </a:rPr>
              <a:t> </a:t>
            </a:r>
            <a:r>
              <a:rPr sz="1400">
                <a:latin typeface="Times New Roman"/>
                <a:cs typeface="Tahoma"/>
              </a:rPr>
              <a:t>brevity</a:t>
            </a:r>
            <a:r>
              <a:rPr sz="1400" spc="-167">
                <a:latin typeface="Times New Roman"/>
                <a:cs typeface="Tahoma"/>
              </a:rPr>
              <a:t> </a:t>
            </a:r>
            <a:r>
              <a:rPr sz="1400" spc="-13">
                <a:latin typeface="Times New Roman"/>
                <a:cs typeface="Tahoma"/>
              </a:rPr>
              <a:t>penalty </a:t>
            </a:r>
            <a:r>
              <a:rPr sz="1400">
                <a:latin typeface="Times New Roman"/>
                <a:cs typeface="Tahoma"/>
              </a:rPr>
              <a:t>to</a:t>
            </a:r>
            <a:r>
              <a:rPr sz="1400" spc="-180">
                <a:latin typeface="Times New Roman"/>
                <a:cs typeface="Tahoma"/>
              </a:rPr>
              <a:t> </a:t>
            </a:r>
            <a:r>
              <a:rPr sz="1400">
                <a:latin typeface="Times New Roman"/>
                <a:cs typeface="Tahoma"/>
              </a:rPr>
              <a:t>discourage</a:t>
            </a:r>
            <a:r>
              <a:rPr sz="1400" spc="-173">
                <a:latin typeface="Times New Roman"/>
                <a:cs typeface="Tahoma"/>
              </a:rPr>
              <a:t> </a:t>
            </a:r>
            <a:r>
              <a:rPr sz="1400">
                <a:latin typeface="Times New Roman"/>
                <a:cs typeface="Tahoma"/>
              </a:rPr>
              <a:t>shorter</a:t>
            </a:r>
            <a:r>
              <a:rPr sz="1400" spc="-180">
                <a:latin typeface="Times New Roman"/>
                <a:cs typeface="Tahoma"/>
              </a:rPr>
              <a:t> </a:t>
            </a:r>
            <a:r>
              <a:rPr sz="1400" spc="-13">
                <a:latin typeface="Times New Roman"/>
                <a:cs typeface="Tahoma"/>
              </a:rPr>
              <a:t>translation.</a:t>
            </a:r>
            <a:endParaRPr lang="en-US" sz="1400">
              <a:latin typeface="Times New Roman"/>
              <a:ea typeface="Tahoma"/>
              <a:cs typeface="Tahoma"/>
            </a:endParaRPr>
          </a:p>
        </p:txBody>
      </p:sp>
      <p:sp>
        <p:nvSpPr>
          <p:cNvPr id="22" name="object 8">
            <a:extLst>
              <a:ext uri="{FF2B5EF4-FFF2-40B4-BE49-F238E27FC236}">
                <a16:creationId xmlns:a16="http://schemas.microsoft.com/office/drawing/2014/main" id="{14AF3C8E-C0A5-02FE-0F31-F9E03186E54A}"/>
              </a:ext>
            </a:extLst>
          </p:cNvPr>
          <p:cNvSpPr txBox="1"/>
          <p:nvPr/>
        </p:nvSpPr>
        <p:spPr>
          <a:xfrm>
            <a:off x="6318349" y="5704347"/>
            <a:ext cx="5674145" cy="492678"/>
          </a:xfrm>
          <a:prstGeom prst="rect">
            <a:avLst/>
          </a:prstGeom>
        </p:spPr>
        <p:txBody>
          <a:bodyPr vert="horz" wrap="square" lIns="0" tIns="14393" rIns="0" bIns="0" rtlCol="0" anchor="t">
            <a:spAutoFit/>
          </a:bodyPr>
          <a:lstStyle/>
          <a:p>
            <a:pPr marL="16510" marR="6350" algn="just">
              <a:lnSpc>
                <a:spcPct val="101600"/>
              </a:lnSpc>
              <a:spcBef>
                <a:spcPts val="113"/>
              </a:spcBef>
            </a:pPr>
            <a:r>
              <a:rPr lang="en-US" sz="1000" spc="-20">
                <a:latin typeface="Times New Roman"/>
                <a:cs typeface="Tahoma"/>
              </a:rPr>
              <a:t>Ref:</a:t>
            </a:r>
            <a:r>
              <a:rPr lang="en-US" sz="1000" spc="-133">
                <a:latin typeface="Times New Roman"/>
                <a:cs typeface="Tahoma"/>
              </a:rPr>
              <a:t> </a:t>
            </a:r>
            <a:r>
              <a:rPr lang="en-US" sz="1000" spc="-7">
                <a:solidFill>
                  <a:srgbClr val="222222"/>
                </a:solidFill>
                <a:latin typeface="Times New Roman"/>
                <a:cs typeface="Tahoma"/>
              </a:rPr>
              <a:t>Papineni,</a:t>
            </a:r>
            <a:r>
              <a:rPr lang="en-US" sz="1000" spc="-133">
                <a:solidFill>
                  <a:srgbClr val="222222"/>
                </a:solidFill>
                <a:latin typeface="Times New Roman"/>
                <a:cs typeface="Tahoma"/>
              </a:rPr>
              <a:t> </a:t>
            </a:r>
            <a:r>
              <a:rPr lang="en-US" sz="1000">
                <a:solidFill>
                  <a:srgbClr val="222222"/>
                </a:solidFill>
                <a:latin typeface="Times New Roman"/>
                <a:cs typeface="Tahoma"/>
              </a:rPr>
              <a:t>Kishore,</a:t>
            </a:r>
            <a:r>
              <a:rPr lang="en-US" sz="1000" spc="-133">
                <a:solidFill>
                  <a:srgbClr val="222222"/>
                </a:solidFill>
                <a:latin typeface="Times New Roman"/>
                <a:cs typeface="Tahoma"/>
              </a:rPr>
              <a:t> </a:t>
            </a:r>
            <a:r>
              <a:rPr lang="en-US" sz="1000" spc="13">
                <a:solidFill>
                  <a:srgbClr val="222222"/>
                </a:solidFill>
                <a:latin typeface="Times New Roman"/>
                <a:cs typeface="Tahoma"/>
              </a:rPr>
              <a:t>et</a:t>
            </a:r>
            <a:r>
              <a:rPr lang="en-US" sz="1000" spc="-133">
                <a:solidFill>
                  <a:srgbClr val="222222"/>
                </a:solidFill>
                <a:latin typeface="Times New Roman"/>
                <a:cs typeface="Tahoma"/>
              </a:rPr>
              <a:t> </a:t>
            </a:r>
            <a:r>
              <a:rPr lang="en-US" sz="1000" spc="-40">
                <a:solidFill>
                  <a:srgbClr val="222222"/>
                </a:solidFill>
                <a:latin typeface="Times New Roman"/>
                <a:cs typeface="Tahoma"/>
              </a:rPr>
              <a:t>al.</a:t>
            </a:r>
            <a:r>
              <a:rPr lang="en-US" sz="1000" spc="-133">
                <a:solidFill>
                  <a:srgbClr val="222222"/>
                </a:solidFill>
                <a:latin typeface="Times New Roman"/>
                <a:cs typeface="Tahoma"/>
              </a:rPr>
              <a:t> </a:t>
            </a:r>
            <a:r>
              <a:rPr lang="en-US" sz="1000">
                <a:solidFill>
                  <a:srgbClr val="222222"/>
                </a:solidFill>
                <a:latin typeface="Times New Roman"/>
                <a:cs typeface="Tahoma"/>
              </a:rPr>
              <a:t>"BLEU:</a:t>
            </a:r>
            <a:r>
              <a:rPr lang="en-US" sz="1000" spc="-133">
                <a:solidFill>
                  <a:srgbClr val="222222"/>
                </a:solidFill>
                <a:latin typeface="Times New Roman"/>
                <a:cs typeface="Tahoma"/>
              </a:rPr>
              <a:t> </a:t>
            </a:r>
            <a:r>
              <a:rPr lang="en-US" sz="1000" spc="-33">
                <a:solidFill>
                  <a:srgbClr val="222222"/>
                </a:solidFill>
                <a:latin typeface="Times New Roman"/>
                <a:cs typeface="Tahoma"/>
              </a:rPr>
              <a:t>a</a:t>
            </a:r>
            <a:r>
              <a:rPr lang="en-US" sz="1000" spc="-133">
                <a:solidFill>
                  <a:srgbClr val="222222"/>
                </a:solidFill>
                <a:latin typeface="Times New Roman"/>
                <a:cs typeface="Tahoma"/>
              </a:rPr>
              <a:t> </a:t>
            </a:r>
            <a:r>
              <a:rPr lang="en-US" sz="1000">
                <a:solidFill>
                  <a:srgbClr val="222222"/>
                </a:solidFill>
                <a:latin typeface="Times New Roman"/>
                <a:cs typeface="Tahoma"/>
              </a:rPr>
              <a:t>method</a:t>
            </a:r>
            <a:r>
              <a:rPr lang="en-US" sz="1000" spc="-133">
                <a:solidFill>
                  <a:srgbClr val="222222"/>
                </a:solidFill>
                <a:latin typeface="Times New Roman"/>
                <a:cs typeface="Tahoma"/>
              </a:rPr>
              <a:t> </a:t>
            </a:r>
            <a:r>
              <a:rPr lang="en-US" sz="1000" spc="20">
                <a:solidFill>
                  <a:srgbClr val="222222"/>
                </a:solidFill>
                <a:latin typeface="Times New Roman"/>
                <a:cs typeface="Tahoma"/>
              </a:rPr>
              <a:t>for</a:t>
            </a:r>
            <a:r>
              <a:rPr lang="en-US" sz="1000" spc="-133">
                <a:solidFill>
                  <a:srgbClr val="222222"/>
                </a:solidFill>
                <a:latin typeface="Times New Roman"/>
                <a:cs typeface="Tahoma"/>
              </a:rPr>
              <a:t> </a:t>
            </a:r>
            <a:r>
              <a:rPr lang="en-US" sz="1000">
                <a:solidFill>
                  <a:srgbClr val="222222"/>
                </a:solidFill>
                <a:latin typeface="Times New Roman"/>
                <a:cs typeface="Tahoma"/>
              </a:rPr>
              <a:t>automatic</a:t>
            </a:r>
            <a:r>
              <a:rPr lang="en-US" sz="1000" spc="-133">
                <a:solidFill>
                  <a:srgbClr val="222222"/>
                </a:solidFill>
                <a:latin typeface="Times New Roman"/>
                <a:cs typeface="Tahoma"/>
              </a:rPr>
              <a:t> </a:t>
            </a:r>
            <a:r>
              <a:rPr lang="en-US" sz="1000">
                <a:solidFill>
                  <a:srgbClr val="222222"/>
                </a:solidFill>
                <a:latin typeface="Times New Roman"/>
                <a:cs typeface="Tahoma"/>
              </a:rPr>
              <a:t>evaluation</a:t>
            </a:r>
            <a:r>
              <a:rPr lang="en-US" sz="1000" spc="-133">
                <a:solidFill>
                  <a:srgbClr val="222222"/>
                </a:solidFill>
                <a:latin typeface="Times New Roman"/>
                <a:cs typeface="Tahoma"/>
              </a:rPr>
              <a:t> </a:t>
            </a:r>
            <a:r>
              <a:rPr lang="en-US" sz="1000" spc="13">
                <a:solidFill>
                  <a:srgbClr val="222222"/>
                </a:solidFill>
                <a:latin typeface="Times New Roman"/>
                <a:cs typeface="Tahoma"/>
              </a:rPr>
              <a:t>of</a:t>
            </a:r>
            <a:r>
              <a:rPr lang="en-US" sz="1000" spc="-133">
                <a:solidFill>
                  <a:srgbClr val="222222"/>
                </a:solidFill>
                <a:latin typeface="Times New Roman"/>
                <a:cs typeface="Tahoma"/>
              </a:rPr>
              <a:t> </a:t>
            </a:r>
            <a:r>
              <a:rPr lang="en-US" sz="1000" spc="-13">
                <a:solidFill>
                  <a:srgbClr val="222222"/>
                </a:solidFill>
                <a:latin typeface="Times New Roman"/>
                <a:cs typeface="Tahoma"/>
              </a:rPr>
              <a:t>machine</a:t>
            </a:r>
            <a:r>
              <a:rPr lang="en-US" sz="1000" spc="-7">
                <a:solidFill>
                  <a:srgbClr val="222222"/>
                </a:solidFill>
                <a:latin typeface="Times New Roman"/>
                <a:cs typeface="Tahoma"/>
              </a:rPr>
              <a:t> </a:t>
            </a:r>
            <a:r>
              <a:rPr lang="en-US" sz="1000">
                <a:solidFill>
                  <a:srgbClr val="222222"/>
                </a:solidFill>
                <a:latin typeface="Times New Roman"/>
                <a:cs typeface="Tahoma"/>
              </a:rPr>
              <a:t>translation."</a:t>
            </a:r>
            <a:r>
              <a:rPr lang="en-US" sz="1000" spc="-133">
                <a:solidFill>
                  <a:srgbClr val="222222"/>
                </a:solidFill>
                <a:latin typeface="Times New Roman"/>
                <a:cs typeface="Tahoma"/>
              </a:rPr>
              <a:t> </a:t>
            </a:r>
            <a:r>
              <a:rPr lang="en-US" sz="1000" i="1" spc="-47">
                <a:solidFill>
                  <a:srgbClr val="222222"/>
                </a:solidFill>
                <a:latin typeface="Times New Roman"/>
                <a:cs typeface="Trebuchet MS"/>
              </a:rPr>
              <a:t>Proceedings</a:t>
            </a:r>
            <a:r>
              <a:rPr lang="en-US" sz="1000" i="1" spc="-120">
                <a:solidFill>
                  <a:srgbClr val="222222"/>
                </a:solidFill>
                <a:latin typeface="Times New Roman"/>
                <a:cs typeface="Trebuchet MS"/>
              </a:rPr>
              <a:t> </a:t>
            </a:r>
            <a:r>
              <a:rPr lang="en-US" sz="1000" i="1" spc="-80">
                <a:solidFill>
                  <a:srgbClr val="222222"/>
                </a:solidFill>
                <a:latin typeface="Times New Roman"/>
                <a:cs typeface="Trebuchet MS"/>
              </a:rPr>
              <a:t>of</a:t>
            </a:r>
            <a:r>
              <a:rPr lang="en-US" sz="1000" i="1" spc="-120">
                <a:solidFill>
                  <a:srgbClr val="222222"/>
                </a:solidFill>
                <a:latin typeface="Times New Roman"/>
                <a:cs typeface="Trebuchet MS"/>
              </a:rPr>
              <a:t> </a:t>
            </a:r>
            <a:r>
              <a:rPr lang="en-US" sz="1000" i="1" spc="-73">
                <a:solidFill>
                  <a:srgbClr val="222222"/>
                </a:solidFill>
                <a:latin typeface="Times New Roman"/>
                <a:cs typeface="Trebuchet MS"/>
              </a:rPr>
              <a:t>the</a:t>
            </a:r>
            <a:r>
              <a:rPr lang="en-US" sz="1000" i="1" spc="-120">
                <a:solidFill>
                  <a:srgbClr val="222222"/>
                </a:solidFill>
                <a:latin typeface="Times New Roman"/>
                <a:cs typeface="Trebuchet MS"/>
              </a:rPr>
              <a:t> </a:t>
            </a:r>
            <a:r>
              <a:rPr lang="en-US" sz="1000" i="1" spc="-7">
                <a:solidFill>
                  <a:srgbClr val="222222"/>
                </a:solidFill>
                <a:latin typeface="Times New Roman"/>
                <a:cs typeface="Trebuchet MS"/>
              </a:rPr>
              <a:t>40th</a:t>
            </a:r>
            <a:r>
              <a:rPr lang="en-US" sz="1000" i="1" spc="-120">
                <a:solidFill>
                  <a:srgbClr val="222222"/>
                </a:solidFill>
                <a:latin typeface="Times New Roman"/>
                <a:cs typeface="Trebuchet MS"/>
              </a:rPr>
              <a:t> </a:t>
            </a:r>
            <a:r>
              <a:rPr lang="en-US" sz="1000" i="1" spc="-53">
                <a:solidFill>
                  <a:srgbClr val="222222"/>
                </a:solidFill>
                <a:latin typeface="Times New Roman"/>
                <a:cs typeface="Trebuchet MS"/>
              </a:rPr>
              <a:t>annual</a:t>
            </a:r>
            <a:r>
              <a:rPr lang="en-US" sz="1000" i="1" spc="-120">
                <a:solidFill>
                  <a:srgbClr val="222222"/>
                </a:solidFill>
                <a:latin typeface="Times New Roman"/>
                <a:cs typeface="Trebuchet MS"/>
              </a:rPr>
              <a:t> </a:t>
            </a:r>
            <a:r>
              <a:rPr lang="en-US" sz="1000" i="1" spc="-73">
                <a:solidFill>
                  <a:srgbClr val="222222"/>
                </a:solidFill>
                <a:latin typeface="Times New Roman"/>
                <a:cs typeface="Trebuchet MS"/>
              </a:rPr>
              <a:t>meeting</a:t>
            </a:r>
            <a:r>
              <a:rPr lang="en-US" sz="1000" i="1" spc="-120">
                <a:solidFill>
                  <a:srgbClr val="222222"/>
                </a:solidFill>
                <a:latin typeface="Times New Roman"/>
                <a:cs typeface="Trebuchet MS"/>
              </a:rPr>
              <a:t> </a:t>
            </a:r>
            <a:r>
              <a:rPr lang="en-US" sz="1000" i="1" spc="-33">
                <a:solidFill>
                  <a:srgbClr val="222222"/>
                </a:solidFill>
                <a:latin typeface="Times New Roman"/>
                <a:cs typeface="Trebuchet MS"/>
              </a:rPr>
              <a:t>on</a:t>
            </a:r>
            <a:r>
              <a:rPr lang="en-US" sz="1000" i="1" spc="-120">
                <a:solidFill>
                  <a:srgbClr val="222222"/>
                </a:solidFill>
                <a:latin typeface="Times New Roman"/>
                <a:cs typeface="Trebuchet MS"/>
              </a:rPr>
              <a:t> </a:t>
            </a:r>
            <a:r>
              <a:rPr lang="en-US" sz="1000" i="1" spc="-47">
                <a:solidFill>
                  <a:srgbClr val="222222"/>
                </a:solidFill>
                <a:latin typeface="Times New Roman"/>
                <a:cs typeface="Trebuchet MS"/>
              </a:rPr>
              <a:t>association</a:t>
            </a:r>
            <a:r>
              <a:rPr lang="en-US" sz="1000" i="1" spc="-120">
                <a:solidFill>
                  <a:srgbClr val="222222"/>
                </a:solidFill>
                <a:latin typeface="Times New Roman"/>
                <a:cs typeface="Trebuchet MS"/>
              </a:rPr>
              <a:t> </a:t>
            </a:r>
            <a:r>
              <a:rPr lang="en-US" sz="1000" i="1" spc="-73">
                <a:solidFill>
                  <a:srgbClr val="222222"/>
                </a:solidFill>
                <a:latin typeface="Times New Roman"/>
                <a:cs typeface="Trebuchet MS"/>
              </a:rPr>
              <a:t>for</a:t>
            </a:r>
            <a:r>
              <a:rPr lang="en-US" sz="1000" i="1" spc="-120">
                <a:solidFill>
                  <a:srgbClr val="222222"/>
                </a:solidFill>
                <a:latin typeface="Times New Roman"/>
                <a:cs typeface="Trebuchet MS"/>
              </a:rPr>
              <a:t> </a:t>
            </a:r>
            <a:r>
              <a:rPr lang="en-US" sz="1000" i="1" spc="-67">
                <a:solidFill>
                  <a:srgbClr val="222222"/>
                </a:solidFill>
                <a:latin typeface="Times New Roman"/>
                <a:cs typeface="Trebuchet MS"/>
              </a:rPr>
              <a:t>computational</a:t>
            </a:r>
            <a:r>
              <a:rPr lang="en-US" sz="1000" i="1" spc="-40">
                <a:solidFill>
                  <a:srgbClr val="222222"/>
                </a:solidFill>
                <a:latin typeface="Times New Roman"/>
                <a:cs typeface="Trebuchet MS"/>
              </a:rPr>
              <a:t> </a:t>
            </a:r>
            <a:r>
              <a:rPr lang="en-US" sz="1000" i="1" spc="-60">
                <a:solidFill>
                  <a:srgbClr val="222222"/>
                </a:solidFill>
                <a:latin typeface="Times New Roman"/>
                <a:cs typeface="Trebuchet MS"/>
              </a:rPr>
              <a:t>linguistics</a:t>
            </a:r>
            <a:r>
              <a:rPr lang="en-US" sz="1000" spc="-60">
                <a:solidFill>
                  <a:srgbClr val="222222"/>
                </a:solidFill>
                <a:latin typeface="Times New Roman"/>
                <a:cs typeface="Tahoma"/>
              </a:rPr>
              <a:t>.</a:t>
            </a:r>
            <a:r>
              <a:rPr lang="en-US" sz="1000" spc="-133">
                <a:solidFill>
                  <a:srgbClr val="222222"/>
                </a:solidFill>
                <a:latin typeface="Times New Roman"/>
                <a:cs typeface="Tahoma"/>
              </a:rPr>
              <a:t> </a:t>
            </a:r>
            <a:r>
              <a:rPr lang="en-US" sz="1000" spc="7">
                <a:solidFill>
                  <a:srgbClr val="222222"/>
                </a:solidFill>
                <a:latin typeface="Times New Roman"/>
                <a:cs typeface="Tahoma"/>
              </a:rPr>
              <a:t>Association</a:t>
            </a:r>
            <a:r>
              <a:rPr lang="en-US" sz="1000" spc="-133">
                <a:solidFill>
                  <a:srgbClr val="222222"/>
                </a:solidFill>
                <a:latin typeface="Times New Roman"/>
                <a:cs typeface="Tahoma"/>
              </a:rPr>
              <a:t> </a:t>
            </a:r>
            <a:r>
              <a:rPr lang="en-US" sz="1000" spc="20">
                <a:solidFill>
                  <a:srgbClr val="222222"/>
                </a:solidFill>
                <a:latin typeface="Times New Roman"/>
                <a:cs typeface="Tahoma"/>
              </a:rPr>
              <a:t>for</a:t>
            </a:r>
            <a:r>
              <a:rPr lang="en-US" sz="1000" spc="-133">
                <a:solidFill>
                  <a:srgbClr val="222222"/>
                </a:solidFill>
                <a:latin typeface="Times New Roman"/>
                <a:cs typeface="Tahoma"/>
              </a:rPr>
              <a:t> </a:t>
            </a:r>
            <a:r>
              <a:rPr lang="en-US" sz="1000" spc="7">
                <a:solidFill>
                  <a:srgbClr val="222222"/>
                </a:solidFill>
                <a:latin typeface="Times New Roman"/>
                <a:cs typeface="Tahoma"/>
              </a:rPr>
              <a:t>Computational</a:t>
            </a:r>
            <a:r>
              <a:rPr lang="en-US" sz="1000" spc="-133">
                <a:solidFill>
                  <a:srgbClr val="222222"/>
                </a:solidFill>
                <a:latin typeface="Times New Roman"/>
                <a:cs typeface="Tahoma"/>
              </a:rPr>
              <a:t> </a:t>
            </a:r>
            <a:r>
              <a:rPr lang="en-US" sz="1000" spc="-13">
                <a:solidFill>
                  <a:srgbClr val="222222"/>
                </a:solidFill>
                <a:latin typeface="Times New Roman"/>
                <a:cs typeface="Tahoma"/>
              </a:rPr>
              <a:t>Linguistics,</a:t>
            </a:r>
            <a:r>
              <a:rPr lang="en-US" sz="1000" spc="-133">
                <a:solidFill>
                  <a:srgbClr val="222222"/>
                </a:solidFill>
                <a:latin typeface="Times New Roman"/>
                <a:cs typeface="Tahoma"/>
              </a:rPr>
              <a:t> </a:t>
            </a:r>
            <a:r>
              <a:rPr lang="en-US" sz="1000">
                <a:solidFill>
                  <a:srgbClr val="222222"/>
                </a:solidFill>
                <a:latin typeface="Times New Roman"/>
                <a:cs typeface="Tahoma"/>
              </a:rPr>
              <a:t>2002.</a:t>
            </a:r>
            <a:endParaRPr lang="en-US" sz="1000">
              <a:latin typeface="Times New Roman"/>
              <a:ea typeface="Tahoma"/>
              <a:cs typeface="Tahoma"/>
            </a:endParaRPr>
          </a:p>
          <a:p>
            <a:pPr>
              <a:lnSpc>
                <a:spcPct val="100000"/>
              </a:lnSpc>
              <a:spcBef>
                <a:spcPts val="27"/>
              </a:spcBef>
            </a:pPr>
            <a:endParaRPr sz="1067">
              <a:latin typeface="Tahoma"/>
              <a:cs typeface="Tahoma"/>
            </a:endParaRPr>
          </a:p>
        </p:txBody>
      </p:sp>
    </p:spTree>
    <p:extLst>
      <p:ext uri="{BB962C8B-B14F-4D97-AF65-F5344CB8AC3E}">
        <p14:creationId xmlns:p14="http://schemas.microsoft.com/office/powerpoint/2010/main" val="4154194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51CD-1CCE-795E-BEB0-6EAA957C5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B8A66-C071-B01B-610F-CE27560547A2}"/>
              </a:ext>
            </a:extLst>
          </p:cNvPr>
          <p:cNvSpPr>
            <a:spLocks noGrp="1"/>
          </p:cNvSpPr>
          <p:nvPr>
            <p:ph type="title"/>
          </p:nvPr>
        </p:nvSpPr>
        <p:spPr>
          <a:xfrm>
            <a:off x="1646080" y="407963"/>
            <a:ext cx="8893856" cy="1169551"/>
          </a:xfrm>
        </p:spPr>
        <p:txBody>
          <a:bodyPr vert="horz" lIns="91440" tIns="45720" rIns="91440" bIns="45720" rtlCol="0" anchor="ctr">
            <a:noAutofit/>
          </a:bodyPr>
          <a:lstStyle/>
          <a:p>
            <a:br>
              <a:rPr lang="en-US"/>
            </a:br>
            <a:r>
              <a:rPr lang="en-US"/>
              <a:t>Evaluation Metrices</a:t>
            </a:r>
            <a:endParaRPr lang="en-US">
              <a:ea typeface="Calibri"/>
              <a:cs typeface="Calibri"/>
            </a:endParaRPr>
          </a:p>
          <a:p>
            <a:endParaRPr lang="en-US">
              <a:latin typeface="Georgia Pro"/>
              <a:ea typeface="Calibri"/>
              <a:cs typeface="Calibri"/>
            </a:endParaRPr>
          </a:p>
        </p:txBody>
      </p:sp>
      <p:sp>
        <p:nvSpPr>
          <p:cNvPr id="5" name="TextBox 4">
            <a:extLst>
              <a:ext uri="{FF2B5EF4-FFF2-40B4-BE49-F238E27FC236}">
                <a16:creationId xmlns:a16="http://schemas.microsoft.com/office/drawing/2014/main" id="{1F29CA15-54B9-C06F-C8B1-CE62C9119B2D}"/>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05A2959F-904F-A06F-7BF3-04B38412A833}"/>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292E4625-716E-44A8-2490-4374909BDA85}"/>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5328E43A-A9ED-7F72-ADF9-49C1148B4F80}"/>
              </a:ext>
            </a:extLst>
          </p:cNvPr>
          <p:cNvSpPr txBox="1"/>
          <p:nvPr/>
        </p:nvSpPr>
        <p:spPr>
          <a:xfrm>
            <a:off x="5645709" y="6538271"/>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9D2A62C5-0683-832D-161D-3935C871FAD0}"/>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D52450BB-CC35-50A4-6B56-39B4871D3478}"/>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BC0721F4-746D-1738-7A86-F35D128C6625}"/>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4" name="Content Placeholder 3">
            <a:extLst>
              <a:ext uri="{FF2B5EF4-FFF2-40B4-BE49-F238E27FC236}">
                <a16:creationId xmlns:a16="http://schemas.microsoft.com/office/drawing/2014/main" id="{7148FB38-44DD-CAB8-665C-B5DBF3592270}"/>
              </a:ext>
            </a:extLst>
          </p:cNvPr>
          <p:cNvSpPr>
            <a:spLocks noGrp="1"/>
          </p:cNvSpPr>
          <p:nvPr>
            <p:ph idx="1"/>
          </p:nvPr>
        </p:nvSpPr>
        <p:spPr>
          <a:xfrm>
            <a:off x="487126" y="2119919"/>
            <a:ext cx="10972800" cy="2432875"/>
          </a:xfrm>
        </p:spPr>
        <p:txBody>
          <a:bodyPr vert="horz" lIns="91440" tIns="45720" rIns="91440" bIns="45720" rtlCol="0" anchor="t">
            <a:normAutofit/>
          </a:bodyPr>
          <a:lstStyle/>
          <a:p>
            <a:pPr marL="0" indent="0">
              <a:buNone/>
            </a:pPr>
            <a:r>
              <a:rPr lang="en-US" sz="1400">
                <a:latin typeface="Times New Roman"/>
                <a:cs typeface="Times New Roman"/>
              </a:rPr>
              <a:t>ROUGE (Recall-Oriented Understudy for </a:t>
            </a:r>
            <a:r>
              <a:rPr lang="en-US" sz="1400" err="1">
                <a:latin typeface="Times New Roman"/>
                <a:cs typeface="Times New Roman"/>
              </a:rPr>
              <a:t>Gisting</a:t>
            </a:r>
            <a:r>
              <a:rPr lang="en-US" sz="1400">
                <a:latin typeface="Times New Roman"/>
                <a:cs typeface="Times New Roman"/>
              </a:rPr>
              <a:t> Evaluation)</a:t>
            </a:r>
            <a:endParaRPr lang="en-US" sz="1400">
              <a:latin typeface="Times New Roman" panose="02020603050405020304" pitchFamily="18" charset="0"/>
              <a:cs typeface="Times New Roman" panose="02020603050405020304" pitchFamily="18" charset="0"/>
            </a:endParaRPr>
          </a:p>
          <a:p>
            <a:pPr lvl="1" indent="-285750">
              <a:buFont typeface="Courier New" panose="02070309020205020404" pitchFamily="49" charset="0"/>
              <a:buChar char="o"/>
            </a:pPr>
            <a:r>
              <a:rPr lang="en-US" sz="1400">
                <a:latin typeface="Times New Roman"/>
                <a:cs typeface="Times New Roman"/>
              </a:rPr>
              <a:t>Measures n-gram and sequence overlap between generated and reference captions.</a:t>
            </a:r>
          </a:p>
          <a:p>
            <a:pPr lvl="1" indent="-285750">
              <a:buFont typeface="Courier New" panose="02070309020205020404" pitchFamily="49" charset="0"/>
              <a:buChar char="o"/>
            </a:pPr>
            <a:r>
              <a:rPr lang="en-US" sz="1400">
                <a:latin typeface="Times New Roman"/>
                <a:cs typeface="Times New Roman"/>
              </a:rPr>
              <a:t>Focuses on recall — how much of the reference is captured.</a:t>
            </a:r>
          </a:p>
          <a:p>
            <a:pPr lvl="1">
              <a:buFont typeface="Courier New" panose="02070309020205020404" pitchFamily="49" charset="0"/>
              <a:buChar char="o"/>
            </a:pPr>
            <a:r>
              <a:rPr lang="en-US" sz="1400">
                <a:latin typeface="Times New Roman"/>
                <a:cs typeface="Times New Roman"/>
              </a:rPr>
              <a:t>ROUGE-N: </a:t>
            </a:r>
            <a:r>
              <a:rPr lang="en-US" sz="1400">
                <a:latin typeface="Times New Roman"/>
                <a:ea typeface="Tahoma"/>
                <a:cs typeface="Times New Roman"/>
              </a:rPr>
              <a:t>N-gram recall between the candidate and the reference summaries.</a:t>
            </a:r>
            <a:r>
              <a:rPr lang="en-US" sz="1400">
                <a:latin typeface="Times New Roman"/>
                <a:cs typeface="Times New Roman"/>
              </a:rPr>
              <a:t> (e.g., ROUGE-1, ROUGE-2).</a:t>
            </a:r>
          </a:p>
          <a:p>
            <a:pPr lvl="1" indent="-285750">
              <a:buFont typeface="Courier New" panose="02070309020205020404" pitchFamily="49" charset="0"/>
              <a:buChar char="o"/>
            </a:pPr>
            <a:r>
              <a:rPr lang="en-US" sz="1400">
                <a:latin typeface="Times New Roman"/>
                <a:cs typeface="Times New Roman"/>
              </a:rPr>
              <a:t>ROUGE-L: based on Longest Common Subsequence (LCS).</a:t>
            </a:r>
          </a:p>
          <a:p>
            <a:pPr lvl="1">
              <a:buFont typeface="Courier New" panose="02070309020205020404" pitchFamily="49" charset="0"/>
              <a:buChar char="o"/>
            </a:pPr>
            <a:r>
              <a:rPr lang="en-US" sz="1400">
                <a:latin typeface="Times New Roman"/>
                <a:cs typeface="Times New Roman"/>
              </a:rPr>
              <a:t>Useful for evaluating content coverage and fluency in captions. </a:t>
            </a:r>
          </a:p>
          <a:p>
            <a:pPr lvl="1">
              <a:buFont typeface="Courier New" panose="02070309020205020404" pitchFamily="49" charset="0"/>
              <a:buChar char="o"/>
            </a:pPr>
            <a:endParaRPr lang="en-US" sz="1400">
              <a:latin typeface="Times New Roman" panose="02020603050405020304" pitchFamily="18" charset="0"/>
              <a:cs typeface="Times New Roman" panose="02020603050405020304" pitchFamily="18" charset="0"/>
            </a:endParaRPr>
          </a:p>
          <a:p>
            <a:pPr marL="457200" lvl="1" indent="0">
              <a:buNone/>
            </a:pPr>
            <a:endParaRPr lang="en-US" sz="1400">
              <a:latin typeface="Times New Roman" panose="02020603050405020304" pitchFamily="18" charset="0"/>
              <a:cs typeface="Times New Roman" panose="02020603050405020304" pitchFamily="18" charset="0"/>
            </a:endParaRPr>
          </a:p>
          <a:p>
            <a:pPr marL="0" indent="0">
              <a:buNone/>
            </a:pPr>
            <a:endParaRPr lang="en-US" sz="12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8724632-1BF4-1DF0-78FF-E691ED254833}"/>
              </a:ext>
            </a:extLst>
          </p:cNvPr>
          <p:cNvSpPr txBox="1"/>
          <p:nvPr/>
        </p:nvSpPr>
        <p:spPr>
          <a:xfrm>
            <a:off x="5272267" y="5803094"/>
            <a:ext cx="692310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Times New Roman"/>
                <a:cs typeface="Times New Roman"/>
              </a:rPr>
              <a:t>Ref: Lin, Chin-Yew. "Rouge: A package for automatic evaluation of summaries." Text Summarization Branches Out (2004).</a:t>
            </a:r>
          </a:p>
          <a:p>
            <a:pPr algn="l"/>
            <a:endParaRPr lang="en-US">
              <a:ea typeface="Calibri"/>
              <a:cs typeface="Calibri"/>
            </a:endParaRPr>
          </a:p>
        </p:txBody>
      </p:sp>
    </p:spTree>
    <p:extLst>
      <p:ext uri="{BB962C8B-B14F-4D97-AF65-F5344CB8AC3E}">
        <p14:creationId xmlns:p14="http://schemas.microsoft.com/office/powerpoint/2010/main" val="3202732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BF41-7746-6EFE-1F2F-6B1B8086E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0853C-0C70-DC05-49B3-21A22DD1EBFF}"/>
              </a:ext>
            </a:extLst>
          </p:cNvPr>
          <p:cNvSpPr>
            <a:spLocks noGrp="1"/>
          </p:cNvSpPr>
          <p:nvPr>
            <p:ph type="title"/>
          </p:nvPr>
        </p:nvSpPr>
        <p:spPr>
          <a:xfrm>
            <a:off x="1646080" y="407963"/>
            <a:ext cx="8893856" cy="1169551"/>
          </a:xfrm>
        </p:spPr>
        <p:txBody>
          <a:bodyPr vert="horz" lIns="91440" tIns="45720" rIns="91440" bIns="45720" rtlCol="0" anchor="ctr">
            <a:noAutofit/>
          </a:bodyPr>
          <a:lstStyle/>
          <a:p>
            <a:br>
              <a:rPr lang="en-US"/>
            </a:br>
            <a:r>
              <a:rPr lang="en-US"/>
              <a:t>Evaluation Metrices</a:t>
            </a:r>
            <a:endParaRPr lang="en-US">
              <a:ea typeface="Calibri"/>
              <a:cs typeface="Calibri"/>
            </a:endParaRPr>
          </a:p>
          <a:p>
            <a:endParaRPr lang="en-US">
              <a:latin typeface="Georgia Pro"/>
              <a:ea typeface="Calibri"/>
              <a:cs typeface="Calibri"/>
            </a:endParaRPr>
          </a:p>
        </p:txBody>
      </p:sp>
      <p:sp>
        <p:nvSpPr>
          <p:cNvPr id="5" name="TextBox 4">
            <a:extLst>
              <a:ext uri="{FF2B5EF4-FFF2-40B4-BE49-F238E27FC236}">
                <a16:creationId xmlns:a16="http://schemas.microsoft.com/office/drawing/2014/main" id="{540A4D5D-95E7-2860-4257-E686D2B51D7D}"/>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8E5C0F24-A9DD-248D-A9E2-0E53CDD30EAF}"/>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3CFCD87C-BF4E-9EBF-569A-D513289200D5}"/>
              </a:ext>
            </a:extLst>
          </p:cNvPr>
          <p:cNvSpPr txBox="1"/>
          <p:nvPr/>
        </p:nvSpPr>
        <p:spPr>
          <a:xfrm>
            <a:off x="3876878" y="6559827"/>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7C7B21B4-4178-258D-C4C1-26F9620C39A2}"/>
              </a:ext>
            </a:extLst>
          </p:cNvPr>
          <p:cNvSpPr txBox="1"/>
          <p:nvPr/>
        </p:nvSpPr>
        <p:spPr>
          <a:xfrm>
            <a:off x="5645709" y="6538271"/>
            <a:ext cx="1968430" cy="307777"/>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2003A01F-8F7F-080C-8239-4FB6AE940AB8}"/>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D8A317BB-9D28-7A00-4007-0C99168DFC2B}"/>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279AE173-87E4-E74E-C812-2FAAF9D0BB6D}"/>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4" name="Content Placeholder 3">
            <a:extLst>
              <a:ext uri="{FF2B5EF4-FFF2-40B4-BE49-F238E27FC236}">
                <a16:creationId xmlns:a16="http://schemas.microsoft.com/office/drawing/2014/main" id="{D3224B1F-BCDA-4F38-0759-4BF13CD5F5C3}"/>
              </a:ext>
            </a:extLst>
          </p:cNvPr>
          <p:cNvSpPr>
            <a:spLocks noGrp="1"/>
          </p:cNvSpPr>
          <p:nvPr>
            <p:ph idx="1"/>
          </p:nvPr>
        </p:nvSpPr>
        <p:spPr>
          <a:xfrm>
            <a:off x="940468" y="1570122"/>
            <a:ext cx="10972800" cy="4525963"/>
          </a:xfrm>
        </p:spPr>
        <p:txBody>
          <a:bodyPr vert="horz" lIns="91440" tIns="45720" rIns="91440" bIns="45720" rtlCol="0" anchor="t">
            <a:normAutofit/>
          </a:bodyPr>
          <a:lstStyle/>
          <a:p>
            <a:pPr marL="0" indent="0">
              <a:buNone/>
            </a:pPr>
            <a:r>
              <a:rPr lang="en-US" sz="1400">
                <a:latin typeface="Times New Roman"/>
                <a:cs typeface="Times New Roman"/>
              </a:rPr>
              <a:t>METEOR (Metric for Evaluation of Translation with Explicit </a:t>
            </a:r>
            <a:r>
              <a:rPr lang="en-US" sz="1400" err="1">
                <a:latin typeface="Times New Roman"/>
                <a:cs typeface="Times New Roman"/>
              </a:rPr>
              <a:t>ORdering</a:t>
            </a:r>
            <a:r>
              <a:rPr lang="en-US" sz="1400">
                <a:latin typeface="Times New Roman"/>
                <a:cs typeface="Times New Roman"/>
              </a:rPr>
              <a:t>)</a:t>
            </a:r>
            <a:endParaRPr lang="en-US" sz="1400">
              <a:latin typeface="Times New Roman" panose="02020603050405020304" pitchFamily="18" charset="0"/>
              <a:cs typeface="Times New Roman" panose="02020603050405020304" pitchFamily="18" charset="0"/>
            </a:endParaRPr>
          </a:p>
          <a:p>
            <a:pPr lvl="1" indent="-285750">
              <a:buFont typeface="Courier New" panose="02070309020205020404" pitchFamily="49" charset="0"/>
              <a:buChar char="o"/>
            </a:pPr>
            <a:r>
              <a:rPr lang="en-US" sz="1400">
                <a:latin typeface="Times New Roman"/>
                <a:cs typeface="Times New Roman"/>
              </a:rPr>
              <a:t>Considers precision, recall, and word alignment using stemming and synonyms.</a:t>
            </a:r>
          </a:p>
          <a:p>
            <a:pPr lvl="1" indent="-285750">
              <a:buFont typeface="Courier New" panose="02070309020205020404" pitchFamily="49" charset="0"/>
              <a:buChar char="o"/>
            </a:pPr>
            <a:r>
              <a:rPr lang="en-US" sz="1400">
                <a:latin typeface="Times New Roman"/>
                <a:cs typeface="Times New Roman"/>
              </a:rPr>
              <a:t>More sensitive to word order and meaning than BLEU.</a:t>
            </a:r>
          </a:p>
          <a:p>
            <a:pPr lvl="1" indent="-285750">
              <a:buFont typeface="Courier New" panose="02070309020205020404" pitchFamily="49" charset="0"/>
              <a:buChar char="o"/>
            </a:pPr>
            <a:r>
              <a:rPr lang="en-US" sz="1400">
                <a:latin typeface="Times New Roman"/>
                <a:cs typeface="Times New Roman"/>
              </a:rPr>
              <a:t>Rewards semantic similarity even when wording differs.</a:t>
            </a:r>
          </a:p>
          <a:p>
            <a:pPr lvl="1" indent="-285750">
              <a:buFont typeface="Courier New" panose="02070309020205020404" pitchFamily="49" charset="0"/>
              <a:buChar char="o"/>
            </a:pPr>
            <a:r>
              <a:rPr lang="en-US" sz="1400">
                <a:latin typeface="Times New Roman"/>
                <a:cs typeface="Times New Roman"/>
              </a:rPr>
              <a:t>Designed to better align with human judgment.</a:t>
            </a:r>
          </a:p>
          <a:p>
            <a:pPr marL="400050" lvl="1" indent="0">
              <a:buNone/>
            </a:pPr>
            <a:endParaRPr lang="en-US" sz="1400">
              <a:latin typeface="Times New Roman" panose="02020603050405020304" pitchFamily="18" charset="0"/>
              <a:cs typeface="Times New Roman" panose="02020603050405020304" pitchFamily="18" charset="0"/>
            </a:endParaRPr>
          </a:p>
          <a:p>
            <a:pPr marL="0" indent="0">
              <a:buNone/>
            </a:pPr>
            <a:endParaRPr lang="en-US" sz="1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158BFF-E67A-7624-C11D-FACD31337D33}"/>
              </a:ext>
            </a:extLst>
          </p:cNvPr>
          <p:cNvPicPr>
            <a:picLocks noChangeAspect="1"/>
          </p:cNvPicPr>
          <p:nvPr/>
        </p:nvPicPr>
        <p:blipFill>
          <a:blip r:embed="rId3"/>
          <a:stretch>
            <a:fillRect/>
          </a:stretch>
        </p:blipFill>
        <p:spPr>
          <a:xfrm>
            <a:off x="8823827" y="2347912"/>
            <a:ext cx="1990725" cy="2162175"/>
          </a:xfrm>
          <a:prstGeom prst="rect">
            <a:avLst/>
          </a:prstGeom>
        </p:spPr>
      </p:pic>
      <p:pic>
        <p:nvPicPr>
          <p:cNvPr id="6" name="Picture 5">
            <a:extLst>
              <a:ext uri="{FF2B5EF4-FFF2-40B4-BE49-F238E27FC236}">
                <a16:creationId xmlns:a16="http://schemas.microsoft.com/office/drawing/2014/main" id="{A64EB67C-9A98-6CB3-05B8-309C4BB5E38C}"/>
              </a:ext>
            </a:extLst>
          </p:cNvPr>
          <p:cNvPicPr>
            <a:picLocks noChangeAspect="1"/>
          </p:cNvPicPr>
          <p:nvPr/>
        </p:nvPicPr>
        <p:blipFill>
          <a:blip r:embed="rId4"/>
          <a:stretch>
            <a:fillRect/>
          </a:stretch>
        </p:blipFill>
        <p:spPr>
          <a:xfrm>
            <a:off x="2643369" y="3432135"/>
            <a:ext cx="1600200" cy="495300"/>
          </a:xfrm>
          <a:prstGeom prst="rect">
            <a:avLst/>
          </a:prstGeom>
        </p:spPr>
      </p:pic>
      <p:sp>
        <p:nvSpPr>
          <p:cNvPr id="13" name="TextBox 12">
            <a:extLst>
              <a:ext uri="{FF2B5EF4-FFF2-40B4-BE49-F238E27FC236}">
                <a16:creationId xmlns:a16="http://schemas.microsoft.com/office/drawing/2014/main" id="{92F493AD-2CBA-CD01-3D48-7E22EE53761C}"/>
              </a:ext>
            </a:extLst>
          </p:cNvPr>
          <p:cNvSpPr txBox="1"/>
          <p:nvPr/>
        </p:nvSpPr>
        <p:spPr>
          <a:xfrm>
            <a:off x="8302906" y="4714754"/>
            <a:ext cx="359200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890"/>
            <a:r>
              <a:rPr lang="en-US" sz="1000" spc="-20">
                <a:latin typeface="Times New Roman"/>
                <a:cs typeface="Tahoma"/>
              </a:rPr>
              <a:t>Ref:</a:t>
            </a:r>
            <a:r>
              <a:rPr lang="en-US" sz="1000" spc="-55">
                <a:latin typeface="Times New Roman"/>
                <a:cs typeface="Tahoma"/>
              </a:rPr>
              <a:t> </a:t>
            </a:r>
            <a:r>
              <a:rPr lang="en-US" sz="1000" spc="-10">
                <a:solidFill>
                  <a:srgbClr val="222222"/>
                </a:solidFill>
                <a:latin typeface="Times New Roman"/>
                <a:cs typeface="Tahoma"/>
              </a:rPr>
              <a:t>Banerjee,</a:t>
            </a:r>
            <a:r>
              <a:rPr lang="en-US" sz="1000" spc="-50">
                <a:solidFill>
                  <a:srgbClr val="222222"/>
                </a:solidFill>
                <a:latin typeface="Times New Roman"/>
                <a:cs typeface="Tahoma"/>
              </a:rPr>
              <a:t> </a:t>
            </a:r>
            <a:r>
              <a:rPr lang="en-US" sz="1000" spc="-20" err="1">
                <a:solidFill>
                  <a:srgbClr val="222222"/>
                </a:solidFill>
                <a:latin typeface="Times New Roman"/>
                <a:cs typeface="Tahoma"/>
              </a:rPr>
              <a:t>Satanjeev</a:t>
            </a:r>
            <a:r>
              <a:rPr lang="en-US" sz="1000" spc="-20">
                <a:solidFill>
                  <a:srgbClr val="222222"/>
                </a:solidFill>
                <a:latin typeface="Times New Roman"/>
                <a:cs typeface="Tahoma"/>
              </a:rPr>
              <a:t>,</a:t>
            </a:r>
            <a:r>
              <a:rPr lang="en-US" sz="1000" spc="-50">
                <a:solidFill>
                  <a:srgbClr val="222222"/>
                </a:solidFill>
                <a:latin typeface="Times New Roman"/>
                <a:cs typeface="Tahoma"/>
              </a:rPr>
              <a:t> </a:t>
            </a:r>
            <a:r>
              <a:rPr lang="en-US" sz="1000" spc="-10">
                <a:solidFill>
                  <a:srgbClr val="222222"/>
                </a:solidFill>
                <a:latin typeface="Times New Roman"/>
                <a:cs typeface="Tahoma"/>
              </a:rPr>
              <a:t>and</a:t>
            </a:r>
            <a:r>
              <a:rPr lang="en-US" sz="1000" spc="-50">
                <a:solidFill>
                  <a:srgbClr val="222222"/>
                </a:solidFill>
                <a:latin typeface="Times New Roman"/>
                <a:cs typeface="Tahoma"/>
              </a:rPr>
              <a:t> </a:t>
            </a:r>
            <a:r>
              <a:rPr lang="en-US" sz="1000">
                <a:solidFill>
                  <a:srgbClr val="222222"/>
                </a:solidFill>
                <a:latin typeface="Times New Roman"/>
                <a:cs typeface="Tahoma"/>
              </a:rPr>
              <a:t>Alon</a:t>
            </a:r>
            <a:r>
              <a:rPr lang="en-US" sz="1000" spc="-50">
                <a:solidFill>
                  <a:srgbClr val="222222"/>
                </a:solidFill>
                <a:latin typeface="Times New Roman"/>
                <a:cs typeface="Tahoma"/>
              </a:rPr>
              <a:t> </a:t>
            </a:r>
            <a:r>
              <a:rPr lang="en-US" sz="1000" spc="-20">
                <a:solidFill>
                  <a:srgbClr val="222222"/>
                </a:solidFill>
                <a:latin typeface="Times New Roman"/>
                <a:cs typeface="Tahoma"/>
              </a:rPr>
              <a:t>Lavie.</a:t>
            </a:r>
            <a:r>
              <a:rPr lang="en-US" sz="1000" spc="-50">
                <a:solidFill>
                  <a:srgbClr val="222222"/>
                </a:solidFill>
                <a:latin typeface="Times New Roman"/>
                <a:cs typeface="Tahoma"/>
              </a:rPr>
              <a:t> </a:t>
            </a:r>
            <a:r>
              <a:rPr lang="en-US" sz="1000">
                <a:solidFill>
                  <a:srgbClr val="222222"/>
                </a:solidFill>
                <a:latin typeface="Times New Roman"/>
                <a:cs typeface="Tahoma"/>
              </a:rPr>
              <a:t>"METEOR:</a:t>
            </a:r>
            <a:r>
              <a:rPr lang="en-US" sz="1000" spc="-50">
                <a:solidFill>
                  <a:srgbClr val="222222"/>
                </a:solidFill>
                <a:latin typeface="Times New Roman"/>
                <a:cs typeface="Tahoma"/>
              </a:rPr>
              <a:t> </a:t>
            </a:r>
            <a:r>
              <a:rPr lang="en-US" sz="1000">
                <a:solidFill>
                  <a:srgbClr val="222222"/>
                </a:solidFill>
                <a:latin typeface="Times New Roman"/>
                <a:cs typeface="Tahoma"/>
              </a:rPr>
              <a:t>An</a:t>
            </a:r>
            <a:r>
              <a:rPr lang="en-US" sz="1000" spc="-50">
                <a:solidFill>
                  <a:srgbClr val="222222"/>
                </a:solidFill>
                <a:latin typeface="Times New Roman"/>
                <a:cs typeface="Tahoma"/>
              </a:rPr>
              <a:t> </a:t>
            </a:r>
            <a:r>
              <a:rPr lang="en-US" sz="1000">
                <a:solidFill>
                  <a:srgbClr val="222222"/>
                </a:solidFill>
                <a:latin typeface="Times New Roman"/>
                <a:cs typeface="Tahoma"/>
              </a:rPr>
              <a:t>automatic</a:t>
            </a:r>
            <a:r>
              <a:rPr lang="en-US" sz="1000" spc="-50">
                <a:solidFill>
                  <a:srgbClr val="222222"/>
                </a:solidFill>
                <a:latin typeface="Times New Roman"/>
                <a:cs typeface="Tahoma"/>
              </a:rPr>
              <a:t> </a:t>
            </a:r>
            <a:r>
              <a:rPr lang="en-US" sz="1000">
                <a:solidFill>
                  <a:srgbClr val="222222"/>
                </a:solidFill>
                <a:latin typeface="Times New Roman"/>
                <a:cs typeface="Tahoma"/>
              </a:rPr>
              <a:t>metric</a:t>
            </a:r>
            <a:r>
              <a:rPr lang="en-US" sz="1000" spc="-50">
                <a:solidFill>
                  <a:srgbClr val="222222"/>
                </a:solidFill>
                <a:latin typeface="Times New Roman"/>
                <a:cs typeface="Tahoma"/>
              </a:rPr>
              <a:t> </a:t>
            </a:r>
            <a:r>
              <a:rPr lang="en-US" sz="1000">
                <a:solidFill>
                  <a:srgbClr val="222222"/>
                </a:solidFill>
                <a:latin typeface="Times New Roman"/>
                <a:cs typeface="Tahoma"/>
              </a:rPr>
              <a:t>for</a:t>
            </a:r>
            <a:r>
              <a:rPr lang="en-US" sz="1000" spc="-50">
                <a:solidFill>
                  <a:srgbClr val="222222"/>
                </a:solidFill>
                <a:latin typeface="Times New Roman"/>
                <a:cs typeface="Tahoma"/>
              </a:rPr>
              <a:t> </a:t>
            </a:r>
            <a:r>
              <a:rPr lang="en-US" sz="1000" spc="60">
                <a:solidFill>
                  <a:srgbClr val="222222"/>
                </a:solidFill>
                <a:latin typeface="Times New Roman"/>
                <a:cs typeface="Tahoma"/>
              </a:rPr>
              <a:t>MT</a:t>
            </a:r>
            <a:r>
              <a:rPr lang="en-US" sz="1000" spc="-50">
                <a:solidFill>
                  <a:srgbClr val="222222"/>
                </a:solidFill>
                <a:latin typeface="Times New Roman"/>
                <a:cs typeface="Tahoma"/>
              </a:rPr>
              <a:t> </a:t>
            </a:r>
            <a:r>
              <a:rPr lang="en-US" sz="1000">
                <a:solidFill>
                  <a:srgbClr val="222222"/>
                </a:solidFill>
                <a:latin typeface="Times New Roman"/>
                <a:cs typeface="Tahoma"/>
              </a:rPr>
              <a:t>evaluation</a:t>
            </a:r>
            <a:r>
              <a:rPr lang="en-US" sz="1000" spc="-50">
                <a:solidFill>
                  <a:srgbClr val="222222"/>
                </a:solidFill>
                <a:latin typeface="Times New Roman"/>
                <a:cs typeface="Tahoma"/>
              </a:rPr>
              <a:t> </a:t>
            </a:r>
            <a:r>
              <a:rPr lang="en-US" sz="1000">
                <a:solidFill>
                  <a:srgbClr val="222222"/>
                </a:solidFill>
                <a:latin typeface="Times New Roman"/>
                <a:cs typeface="Tahoma"/>
              </a:rPr>
              <a:t>with</a:t>
            </a:r>
            <a:r>
              <a:rPr lang="en-US" sz="1000" spc="-50">
                <a:solidFill>
                  <a:srgbClr val="222222"/>
                </a:solidFill>
                <a:latin typeface="Times New Roman"/>
                <a:cs typeface="Tahoma"/>
              </a:rPr>
              <a:t> </a:t>
            </a:r>
            <a:r>
              <a:rPr lang="en-US" sz="1000">
                <a:solidFill>
                  <a:srgbClr val="222222"/>
                </a:solidFill>
                <a:latin typeface="Times New Roman"/>
                <a:cs typeface="Tahoma"/>
              </a:rPr>
              <a:t>improved</a:t>
            </a:r>
            <a:r>
              <a:rPr lang="en-US" sz="1000" spc="-50">
                <a:solidFill>
                  <a:srgbClr val="222222"/>
                </a:solidFill>
                <a:latin typeface="Times New Roman"/>
                <a:cs typeface="Tahoma"/>
              </a:rPr>
              <a:t> </a:t>
            </a:r>
            <a:r>
              <a:rPr lang="en-US" sz="1000">
                <a:solidFill>
                  <a:srgbClr val="222222"/>
                </a:solidFill>
                <a:latin typeface="Times New Roman"/>
                <a:cs typeface="Tahoma"/>
              </a:rPr>
              <a:t>correlation</a:t>
            </a:r>
            <a:r>
              <a:rPr lang="en-US" sz="1000" spc="-50">
                <a:solidFill>
                  <a:srgbClr val="222222"/>
                </a:solidFill>
                <a:latin typeface="Times New Roman"/>
                <a:cs typeface="Tahoma"/>
              </a:rPr>
              <a:t> </a:t>
            </a:r>
            <a:r>
              <a:rPr lang="en-US" sz="1000">
                <a:solidFill>
                  <a:srgbClr val="222222"/>
                </a:solidFill>
                <a:latin typeface="Times New Roman"/>
                <a:cs typeface="Tahoma"/>
              </a:rPr>
              <a:t>with</a:t>
            </a:r>
            <a:r>
              <a:rPr lang="en-US" sz="1000" spc="-55">
                <a:solidFill>
                  <a:srgbClr val="222222"/>
                </a:solidFill>
                <a:latin typeface="Times New Roman"/>
                <a:cs typeface="Tahoma"/>
              </a:rPr>
              <a:t> </a:t>
            </a:r>
            <a:r>
              <a:rPr lang="en-US" sz="1000" spc="-20">
                <a:solidFill>
                  <a:srgbClr val="222222"/>
                </a:solidFill>
                <a:latin typeface="Times New Roman"/>
                <a:cs typeface="Tahoma"/>
              </a:rPr>
              <a:t>human</a:t>
            </a:r>
            <a:r>
              <a:rPr lang="en-US" sz="1000" spc="-50">
                <a:solidFill>
                  <a:srgbClr val="222222"/>
                </a:solidFill>
                <a:latin typeface="Times New Roman"/>
                <a:cs typeface="Tahoma"/>
              </a:rPr>
              <a:t> </a:t>
            </a:r>
            <a:r>
              <a:rPr lang="en-US" sz="1000" spc="-25">
                <a:solidFill>
                  <a:srgbClr val="222222"/>
                </a:solidFill>
                <a:latin typeface="Times New Roman"/>
                <a:cs typeface="Tahoma"/>
              </a:rPr>
              <a:t>judgments."</a:t>
            </a:r>
            <a:r>
              <a:rPr lang="en-US" sz="1000" spc="-110">
                <a:solidFill>
                  <a:srgbClr val="222222"/>
                </a:solidFill>
                <a:latin typeface="Times New Roman"/>
                <a:cs typeface="Tahoma"/>
              </a:rPr>
              <a:t> </a:t>
            </a:r>
            <a:r>
              <a:rPr lang="en-US" sz="1000" i="1" spc="-40">
                <a:solidFill>
                  <a:srgbClr val="222222"/>
                </a:solidFill>
                <a:latin typeface="Times New Roman"/>
                <a:cs typeface="Times New Roman"/>
              </a:rPr>
              <a:t>Proceedings </a:t>
            </a:r>
            <a:r>
              <a:rPr lang="en-US" sz="1000" i="1" spc="-65">
                <a:solidFill>
                  <a:srgbClr val="222222"/>
                </a:solidFill>
                <a:latin typeface="Times New Roman"/>
                <a:cs typeface="Times New Roman"/>
              </a:rPr>
              <a:t>of</a:t>
            </a:r>
            <a:r>
              <a:rPr lang="en-US" sz="1000" i="1" spc="-40">
                <a:solidFill>
                  <a:srgbClr val="222222"/>
                </a:solidFill>
                <a:latin typeface="Times New Roman"/>
                <a:cs typeface="Times New Roman"/>
              </a:rPr>
              <a:t> </a:t>
            </a:r>
            <a:r>
              <a:rPr lang="en-US" sz="1000" i="1" spc="-60">
                <a:solidFill>
                  <a:srgbClr val="222222"/>
                </a:solidFill>
                <a:latin typeface="Times New Roman"/>
                <a:cs typeface="Times New Roman"/>
              </a:rPr>
              <a:t>the</a:t>
            </a:r>
            <a:r>
              <a:rPr lang="en-US" sz="1000" i="1" spc="-40">
                <a:solidFill>
                  <a:srgbClr val="222222"/>
                </a:solidFill>
                <a:latin typeface="Times New Roman"/>
                <a:cs typeface="Times New Roman"/>
              </a:rPr>
              <a:t> </a:t>
            </a:r>
            <a:r>
              <a:rPr lang="en-US" sz="1000" i="1" spc="-25" err="1">
                <a:solidFill>
                  <a:srgbClr val="222222"/>
                </a:solidFill>
                <a:latin typeface="Times New Roman"/>
                <a:cs typeface="Times New Roman"/>
              </a:rPr>
              <a:t>acl</a:t>
            </a:r>
            <a:r>
              <a:rPr lang="en-US" sz="1000" i="1" spc="-25">
                <a:solidFill>
                  <a:srgbClr val="222222"/>
                </a:solidFill>
                <a:latin typeface="Times New Roman"/>
                <a:cs typeface="Times New Roman"/>
              </a:rPr>
              <a:t> </a:t>
            </a:r>
            <a:r>
              <a:rPr lang="en-US" sz="1000" i="1" spc="-35">
                <a:solidFill>
                  <a:srgbClr val="222222"/>
                </a:solidFill>
                <a:latin typeface="Times New Roman"/>
                <a:cs typeface="Times New Roman"/>
              </a:rPr>
              <a:t>workshop</a:t>
            </a:r>
            <a:r>
              <a:rPr lang="en-US" sz="1000" i="1" spc="-50">
                <a:solidFill>
                  <a:srgbClr val="222222"/>
                </a:solidFill>
                <a:latin typeface="Times New Roman"/>
                <a:cs typeface="Times New Roman"/>
              </a:rPr>
              <a:t> </a:t>
            </a:r>
            <a:r>
              <a:rPr lang="en-US" sz="1000" i="1" spc="-30">
                <a:solidFill>
                  <a:srgbClr val="222222"/>
                </a:solidFill>
                <a:latin typeface="Times New Roman"/>
                <a:cs typeface="Times New Roman"/>
              </a:rPr>
              <a:t>on</a:t>
            </a:r>
            <a:r>
              <a:rPr lang="en-US" sz="1000" i="1" spc="-50">
                <a:solidFill>
                  <a:srgbClr val="222222"/>
                </a:solidFill>
                <a:latin typeface="Times New Roman"/>
                <a:cs typeface="Times New Roman"/>
              </a:rPr>
              <a:t> </a:t>
            </a:r>
            <a:r>
              <a:rPr lang="en-US" sz="1000" i="1" spc="-45">
                <a:solidFill>
                  <a:srgbClr val="222222"/>
                </a:solidFill>
                <a:latin typeface="Times New Roman"/>
                <a:cs typeface="Times New Roman"/>
              </a:rPr>
              <a:t>intrinsic</a:t>
            </a:r>
            <a:r>
              <a:rPr lang="en-US" sz="1000" i="1" spc="-50">
                <a:solidFill>
                  <a:srgbClr val="222222"/>
                </a:solidFill>
                <a:latin typeface="Times New Roman"/>
                <a:cs typeface="Times New Roman"/>
              </a:rPr>
              <a:t> </a:t>
            </a:r>
            <a:r>
              <a:rPr lang="en-US" sz="1000" i="1" spc="-35">
                <a:solidFill>
                  <a:srgbClr val="222222"/>
                </a:solidFill>
                <a:latin typeface="Times New Roman"/>
                <a:cs typeface="Times New Roman"/>
              </a:rPr>
              <a:t>and</a:t>
            </a:r>
            <a:r>
              <a:rPr lang="en-US" sz="1000" i="1" spc="-45">
                <a:solidFill>
                  <a:srgbClr val="222222"/>
                </a:solidFill>
                <a:latin typeface="Times New Roman"/>
                <a:cs typeface="Times New Roman"/>
              </a:rPr>
              <a:t> </a:t>
            </a:r>
            <a:r>
              <a:rPr lang="en-US" sz="1000" i="1" spc="-50">
                <a:solidFill>
                  <a:srgbClr val="222222"/>
                </a:solidFill>
                <a:latin typeface="Times New Roman"/>
                <a:cs typeface="Times New Roman"/>
              </a:rPr>
              <a:t>extrinsic </a:t>
            </a:r>
            <a:r>
              <a:rPr lang="en-US" sz="1000" i="1" spc="-45">
                <a:solidFill>
                  <a:srgbClr val="222222"/>
                </a:solidFill>
                <a:latin typeface="Times New Roman"/>
                <a:cs typeface="Times New Roman"/>
              </a:rPr>
              <a:t>evaluation</a:t>
            </a:r>
            <a:r>
              <a:rPr lang="en-US" sz="1000" i="1" spc="-50">
                <a:solidFill>
                  <a:srgbClr val="222222"/>
                </a:solidFill>
                <a:latin typeface="Times New Roman"/>
                <a:cs typeface="Times New Roman"/>
              </a:rPr>
              <a:t> </a:t>
            </a:r>
            <a:r>
              <a:rPr lang="en-US" sz="1000" i="1" spc="-45">
                <a:solidFill>
                  <a:srgbClr val="222222"/>
                </a:solidFill>
                <a:latin typeface="Times New Roman"/>
                <a:cs typeface="Times New Roman"/>
              </a:rPr>
              <a:t>measures </a:t>
            </a:r>
            <a:r>
              <a:rPr lang="en-US" sz="1000" i="1" spc="-60">
                <a:solidFill>
                  <a:srgbClr val="222222"/>
                </a:solidFill>
                <a:latin typeface="Times New Roman"/>
                <a:cs typeface="Times New Roman"/>
              </a:rPr>
              <a:t>for</a:t>
            </a:r>
            <a:r>
              <a:rPr lang="en-US" sz="1000" i="1" spc="-50">
                <a:solidFill>
                  <a:srgbClr val="222222"/>
                </a:solidFill>
                <a:latin typeface="Times New Roman"/>
                <a:cs typeface="Times New Roman"/>
              </a:rPr>
              <a:t> </a:t>
            </a:r>
            <a:r>
              <a:rPr lang="en-US" sz="1000" i="1" spc="-40">
                <a:solidFill>
                  <a:srgbClr val="222222"/>
                </a:solidFill>
                <a:latin typeface="Times New Roman"/>
                <a:cs typeface="Times New Roman"/>
              </a:rPr>
              <a:t>machine</a:t>
            </a:r>
            <a:r>
              <a:rPr lang="en-US" sz="1000" i="1" spc="-50">
                <a:solidFill>
                  <a:srgbClr val="222222"/>
                </a:solidFill>
                <a:latin typeface="Times New Roman"/>
                <a:cs typeface="Times New Roman"/>
              </a:rPr>
              <a:t> </a:t>
            </a:r>
            <a:r>
              <a:rPr lang="en-US" sz="1000" i="1" spc="-40">
                <a:solidFill>
                  <a:srgbClr val="222222"/>
                </a:solidFill>
                <a:latin typeface="Times New Roman"/>
                <a:cs typeface="Times New Roman"/>
              </a:rPr>
              <a:t>translation</a:t>
            </a:r>
            <a:r>
              <a:rPr lang="en-US" sz="1000" i="1" spc="-45">
                <a:solidFill>
                  <a:srgbClr val="222222"/>
                </a:solidFill>
                <a:latin typeface="Times New Roman"/>
                <a:cs typeface="Times New Roman"/>
              </a:rPr>
              <a:t> </a:t>
            </a:r>
            <a:r>
              <a:rPr lang="en-US" sz="1000" i="1" spc="-50">
                <a:solidFill>
                  <a:srgbClr val="222222"/>
                </a:solidFill>
                <a:latin typeface="Times New Roman"/>
                <a:cs typeface="Times New Roman"/>
              </a:rPr>
              <a:t>and/or summarization</a:t>
            </a:r>
            <a:r>
              <a:rPr lang="en-US" sz="1000" spc="-50">
                <a:solidFill>
                  <a:srgbClr val="222222"/>
                </a:solidFill>
                <a:latin typeface="Times New Roman"/>
                <a:cs typeface="Tahoma"/>
              </a:rPr>
              <a:t>.</a:t>
            </a:r>
            <a:r>
              <a:rPr lang="en-US" sz="1000" spc="-60">
                <a:solidFill>
                  <a:srgbClr val="222222"/>
                </a:solidFill>
                <a:latin typeface="Times New Roman"/>
                <a:cs typeface="Tahoma"/>
              </a:rPr>
              <a:t> </a:t>
            </a:r>
            <a:r>
              <a:rPr lang="en-US" sz="1000" spc="-10">
                <a:solidFill>
                  <a:srgbClr val="222222"/>
                </a:solidFill>
                <a:latin typeface="Times New Roman"/>
                <a:cs typeface="Tahoma"/>
              </a:rPr>
              <a:t>2005.</a:t>
            </a:r>
          </a:p>
        </p:txBody>
      </p:sp>
    </p:spTree>
    <p:extLst>
      <p:ext uri="{BB962C8B-B14F-4D97-AF65-F5344CB8AC3E}">
        <p14:creationId xmlns:p14="http://schemas.microsoft.com/office/powerpoint/2010/main" val="2047957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50D44-DEAD-5100-DFF8-9A8F48DD77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8F998D3-6FE3-A6D4-E5AC-85CDB2848CA1}"/>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C341B9D5-37A8-571D-16CC-71B6C2CE5306}"/>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7CB409FB-67D5-24E3-2ED8-443EF8EA1B9D}"/>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1E9B1039-7D63-717E-CAC2-ABF084364A3E}"/>
              </a:ext>
            </a:extLst>
          </p:cNvPr>
          <p:cNvSpPr txBox="1"/>
          <p:nvPr/>
        </p:nvSpPr>
        <p:spPr>
          <a:xfrm>
            <a:off x="5636063" y="6549537"/>
            <a:ext cx="1968430" cy="307777"/>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622CC4D8-0447-1CB4-3879-434CFF47E7E8}"/>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ECE47330-F9E3-ADEB-6347-C8FC73A90635}"/>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B5D37D71-AF7F-9B5D-AF7F-610A787B412B}"/>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15" name="Title 1">
            <a:extLst>
              <a:ext uri="{FF2B5EF4-FFF2-40B4-BE49-F238E27FC236}">
                <a16:creationId xmlns:a16="http://schemas.microsoft.com/office/drawing/2014/main" id="{7467A4C6-F606-035A-F440-50D925EA57C1}"/>
              </a:ext>
            </a:extLst>
          </p:cNvPr>
          <p:cNvSpPr>
            <a:spLocks noGrp="1"/>
          </p:cNvSpPr>
          <p:nvPr>
            <p:ph type="title"/>
          </p:nvPr>
        </p:nvSpPr>
        <p:spPr>
          <a:xfrm>
            <a:off x="609600" y="274638"/>
            <a:ext cx="10972800" cy="1143000"/>
          </a:xfrm>
        </p:spPr>
        <p:txBody>
          <a:bodyPr/>
          <a:lstStyle/>
          <a:p>
            <a:r>
              <a:rPr lang="en-US"/>
              <a:t>Results – Metrics </a:t>
            </a:r>
          </a:p>
        </p:txBody>
      </p:sp>
      <p:pic>
        <p:nvPicPr>
          <p:cNvPr id="4" name="Content Placeholder 3" descr="A table with numbers and symbols&#10;&#10;AI-generated content may be incorrect.">
            <a:extLst>
              <a:ext uri="{FF2B5EF4-FFF2-40B4-BE49-F238E27FC236}">
                <a16:creationId xmlns:a16="http://schemas.microsoft.com/office/drawing/2014/main" id="{E214CE37-7888-37DE-E857-6A3D25E7BBB6}"/>
              </a:ext>
            </a:extLst>
          </p:cNvPr>
          <p:cNvPicPr>
            <a:picLocks noGrp="1" noChangeAspect="1"/>
          </p:cNvPicPr>
          <p:nvPr>
            <p:ph idx="1"/>
          </p:nvPr>
        </p:nvPicPr>
        <p:blipFill>
          <a:blip r:embed="rId2"/>
          <a:stretch>
            <a:fillRect/>
          </a:stretch>
        </p:blipFill>
        <p:spPr>
          <a:xfrm>
            <a:off x="2665461" y="2281758"/>
            <a:ext cx="7158682" cy="2296259"/>
          </a:xfrm>
        </p:spPr>
      </p:pic>
    </p:spTree>
    <p:extLst>
      <p:ext uri="{BB962C8B-B14F-4D97-AF65-F5344CB8AC3E}">
        <p14:creationId xmlns:p14="http://schemas.microsoft.com/office/powerpoint/2010/main" val="3856178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83A1-1513-327F-04A4-263056F573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FB7A1B-DC03-D56F-40D7-4FDFD0765F63}"/>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52046EA7-8381-6CAC-72C0-BB02B2DC5DF7}"/>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99112C97-4A37-5F87-07D6-52FC20221D7C}"/>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5BB5E233-3431-8F37-BA24-1AEE160B908C}"/>
              </a:ext>
            </a:extLst>
          </p:cNvPr>
          <p:cNvSpPr txBox="1"/>
          <p:nvPr/>
        </p:nvSpPr>
        <p:spPr>
          <a:xfrm>
            <a:off x="5636063" y="6549537"/>
            <a:ext cx="1968430" cy="307777"/>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CF728C77-8CC0-D2AA-C9FC-FC74552BB6A6}"/>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EFCA9F69-29D1-CA0B-A329-48CFDEBF8D7D}"/>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6F6EF4B2-D39C-C584-9C11-048B5DF5D8F8}"/>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15" name="Title 1">
            <a:extLst>
              <a:ext uri="{FF2B5EF4-FFF2-40B4-BE49-F238E27FC236}">
                <a16:creationId xmlns:a16="http://schemas.microsoft.com/office/drawing/2014/main" id="{55712A01-7E06-0C84-30C1-C120A602571D}"/>
              </a:ext>
            </a:extLst>
          </p:cNvPr>
          <p:cNvSpPr>
            <a:spLocks noGrp="1"/>
          </p:cNvSpPr>
          <p:nvPr>
            <p:ph type="title"/>
          </p:nvPr>
        </p:nvSpPr>
        <p:spPr>
          <a:xfrm>
            <a:off x="609600" y="274638"/>
            <a:ext cx="10961595" cy="806825"/>
          </a:xfrm>
        </p:spPr>
        <p:txBody>
          <a:bodyPr/>
          <a:lstStyle/>
          <a:p>
            <a:r>
              <a:rPr lang="en-US"/>
              <a:t>Results – Images </a:t>
            </a:r>
          </a:p>
        </p:txBody>
      </p:sp>
      <p:sp>
        <p:nvSpPr>
          <p:cNvPr id="4" name="Title 1">
            <a:extLst>
              <a:ext uri="{FF2B5EF4-FFF2-40B4-BE49-F238E27FC236}">
                <a16:creationId xmlns:a16="http://schemas.microsoft.com/office/drawing/2014/main" id="{C868AD86-1293-EE43-796D-6BCAFDE8BD55}"/>
              </a:ext>
            </a:extLst>
          </p:cNvPr>
          <p:cNvSpPr txBox="1">
            <a:spLocks/>
          </p:cNvSpPr>
          <p:nvPr/>
        </p:nvSpPr>
        <p:spPr>
          <a:xfrm>
            <a:off x="753762" y="418800"/>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pic>
        <p:nvPicPr>
          <p:cNvPr id="6" name="Picture 5" descr="A person riding a bicycle&#10;&#10;AI-generated content may be incorrect.">
            <a:extLst>
              <a:ext uri="{FF2B5EF4-FFF2-40B4-BE49-F238E27FC236}">
                <a16:creationId xmlns:a16="http://schemas.microsoft.com/office/drawing/2014/main" id="{B455F7AF-3972-C694-3E71-B2631E827C5A}"/>
              </a:ext>
            </a:extLst>
          </p:cNvPr>
          <p:cNvPicPr>
            <a:picLocks noChangeAspect="1"/>
          </p:cNvPicPr>
          <p:nvPr/>
        </p:nvPicPr>
        <p:blipFill>
          <a:blip r:embed="rId3"/>
          <a:srcRect t="4331" b="394"/>
          <a:stretch/>
        </p:blipFill>
        <p:spPr>
          <a:xfrm>
            <a:off x="1576549" y="2198828"/>
            <a:ext cx="2543435" cy="24619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1" name="TextBox 20">
            <a:extLst>
              <a:ext uri="{FF2B5EF4-FFF2-40B4-BE49-F238E27FC236}">
                <a16:creationId xmlns:a16="http://schemas.microsoft.com/office/drawing/2014/main" id="{A71EED0A-05D5-D7FC-D4B0-CC4479AB5025}"/>
              </a:ext>
            </a:extLst>
          </p:cNvPr>
          <p:cNvSpPr txBox="1"/>
          <p:nvPr/>
        </p:nvSpPr>
        <p:spPr>
          <a:xfrm>
            <a:off x="4463861" y="1898318"/>
            <a:ext cx="7002710" cy="306750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tx2">
                    <a:lumMod val="60000"/>
                    <a:lumOff val="40000"/>
                  </a:schemeClr>
                </a:solidFill>
                <a:latin typeface="Calibri"/>
                <a:ea typeface="+mn-lt"/>
                <a:cs typeface="+mn-lt"/>
              </a:rPr>
              <a:t>Original Caption:</a:t>
            </a:r>
            <a:r>
              <a:rPr lang="en-US" sz="2000" dirty="0">
                <a:latin typeface="Calibri"/>
                <a:ea typeface="+mn-lt"/>
                <a:cs typeface="+mn-lt"/>
              </a:rPr>
              <a:t> </a:t>
            </a:r>
            <a:endParaRPr lang="en-US" sz="2000" dirty="0">
              <a:latin typeface="Calibri"/>
              <a:ea typeface="Calibri"/>
              <a:cs typeface="Calibri"/>
            </a:endParaRPr>
          </a:p>
          <a:p>
            <a:pPr>
              <a:spcBef>
                <a:spcPts val="200"/>
              </a:spcBef>
            </a:pPr>
            <a:r>
              <a:rPr lang="en-US" sz="2000" b="1" i="1" dirty="0">
                <a:latin typeface="Calibri"/>
                <a:ea typeface="+mn-lt"/>
                <a:cs typeface="+mn-lt"/>
              </a:rPr>
              <a:t>  cyclist leaning forward as he rides his bike</a:t>
            </a:r>
            <a:endParaRPr lang="en-US" sz="2000" b="1" i="1" dirty="0">
              <a:latin typeface="Calibri"/>
              <a:ea typeface="Calibri"/>
              <a:cs typeface="Calibri"/>
            </a:endParaRPr>
          </a:p>
          <a:p>
            <a:pPr>
              <a:spcBef>
                <a:spcPts val="200"/>
              </a:spcBef>
            </a:pPr>
            <a:endParaRPr lang="en-US" sz="2000" dirty="0">
              <a:latin typeface="Calibri"/>
              <a:ea typeface="+mn-lt"/>
              <a:cs typeface="+mn-lt"/>
            </a:endParaRPr>
          </a:p>
          <a:p>
            <a:pPr>
              <a:spcBef>
                <a:spcPts val="200"/>
              </a:spcBef>
            </a:pPr>
            <a:r>
              <a:rPr lang="en-US" sz="2000" dirty="0">
                <a:solidFill>
                  <a:schemeClr val="accent1"/>
                </a:solidFill>
                <a:latin typeface="Calibri"/>
                <a:ea typeface="+mn-lt"/>
                <a:cs typeface="+mn-lt"/>
              </a:rPr>
              <a:t>Predicted Caption: </a:t>
            </a:r>
          </a:p>
          <a:p>
            <a:pPr>
              <a:spcBef>
                <a:spcPts val="200"/>
              </a:spcBef>
            </a:pPr>
            <a:r>
              <a:rPr lang="en-US" sz="2000" b="1" dirty="0">
                <a:latin typeface="Calibri"/>
                <a:ea typeface="+mn-lt"/>
                <a:cs typeface="+mn-lt"/>
              </a:rPr>
              <a:t> Efficientnetb3:</a:t>
            </a:r>
            <a:r>
              <a:rPr lang="en-US" sz="2000" dirty="0">
                <a:latin typeface="Calibri"/>
                <a:ea typeface="+mn-lt"/>
                <a:cs typeface="+mn-lt"/>
              </a:rPr>
              <a:t> man in blue shirt and khaki pants is riding bike</a:t>
            </a:r>
            <a:endParaRPr lang="en-US" sz="2000" dirty="0">
              <a:latin typeface="Calibri"/>
              <a:ea typeface="Calibri"/>
              <a:cs typeface="Calibri"/>
            </a:endParaRPr>
          </a:p>
          <a:p>
            <a:pPr>
              <a:spcBef>
                <a:spcPts val="200"/>
              </a:spcBef>
            </a:pPr>
            <a:r>
              <a:rPr lang="en-US" sz="2000" b="1" dirty="0">
                <a:latin typeface="Calibri"/>
                <a:ea typeface="+mn-lt"/>
                <a:cs typeface="+mn-lt"/>
              </a:rPr>
              <a:t> Resnet18:</a:t>
            </a:r>
            <a:r>
              <a:rPr lang="en-US" sz="2000" dirty="0">
                <a:latin typeface="Calibri"/>
                <a:ea typeface="+mn-lt"/>
                <a:cs typeface="+mn-lt"/>
              </a:rPr>
              <a:t> man in red shirt is jumping off of rock into the water</a:t>
            </a:r>
          </a:p>
          <a:p>
            <a:pPr>
              <a:spcBef>
                <a:spcPts val="200"/>
              </a:spcBef>
            </a:pPr>
            <a:r>
              <a:rPr lang="en-US" sz="2000" b="1" dirty="0">
                <a:latin typeface="Calibri"/>
                <a:ea typeface="+mn-lt"/>
                <a:cs typeface="+mn-lt"/>
              </a:rPr>
              <a:t> </a:t>
            </a:r>
            <a:r>
              <a:rPr lang="en-US" sz="2000" b="1" err="1">
                <a:latin typeface="Calibri"/>
                <a:ea typeface="+mn-lt"/>
                <a:cs typeface="+mn-lt"/>
              </a:rPr>
              <a:t>Unet</a:t>
            </a:r>
            <a:r>
              <a:rPr lang="en-US" sz="2000" b="1" dirty="0">
                <a:latin typeface="Calibri"/>
                <a:ea typeface="+mn-lt"/>
                <a:cs typeface="+mn-lt"/>
              </a:rPr>
              <a:t>:</a:t>
            </a:r>
            <a:r>
              <a:rPr lang="en-US" sz="2000" dirty="0">
                <a:latin typeface="Calibri"/>
                <a:ea typeface="+mn-lt"/>
                <a:cs typeface="+mn-lt"/>
              </a:rPr>
              <a:t> man in blue shirt is standing on the shore of the ocean</a:t>
            </a:r>
            <a:endParaRPr lang="en-US" sz="2000" dirty="0">
              <a:latin typeface="Calibri"/>
              <a:ea typeface="Calibri"/>
              <a:cs typeface="Calibri"/>
            </a:endParaRPr>
          </a:p>
          <a:p>
            <a:pPr>
              <a:spcBef>
                <a:spcPts val="200"/>
              </a:spcBef>
            </a:pPr>
            <a:r>
              <a:rPr lang="en-US" sz="2000" b="1" dirty="0">
                <a:latin typeface="Calibri"/>
                <a:ea typeface="+mn-lt"/>
                <a:cs typeface="+mn-lt"/>
              </a:rPr>
              <a:t> </a:t>
            </a:r>
            <a:r>
              <a:rPr lang="en-US" sz="2000" b="1" err="1">
                <a:latin typeface="Calibri"/>
                <a:ea typeface="+mn-lt"/>
                <a:cs typeface="+mn-lt"/>
              </a:rPr>
              <a:t>ViT</a:t>
            </a:r>
            <a:r>
              <a:rPr lang="en-US" sz="2000" b="1" dirty="0">
                <a:latin typeface="Calibri"/>
                <a:ea typeface="+mn-lt"/>
                <a:cs typeface="+mn-lt"/>
              </a:rPr>
              <a:t> : </a:t>
            </a:r>
            <a:r>
              <a:rPr lang="en-US" sz="2000" dirty="0">
                <a:latin typeface="Calibri"/>
                <a:ea typeface="+mn-lt"/>
                <a:cs typeface="+mn-lt"/>
              </a:rPr>
              <a:t>man in red shirt and blue pants is climbing rock wall</a:t>
            </a:r>
            <a:endParaRPr lang="en-US" sz="2000" dirty="0">
              <a:latin typeface="Calibri"/>
              <a:ea typeface="Calibri"/>
              <a:cs typeface="Calibri"/>
            </a:endParaRPr>
          </a:p>
          <a:p>
            <a:pPr>
              <a:spcBef>
                <a:spcPts val="200"/>
              </a:spcBef>
            </a:pPr>
            <a:r>
              <a:rPr lang="en-US" sz="2000" b="1" dirty="0">
                <a:latin typeface="Calibri"/>
                <a:ea typeface="Calibri"/>
                <a:cs typeface="Times New Roman"/>
              </a:rPr>
              <a:t> Inceptionv3: </a:t>
            </a:r>
            <a:r>
              <a:rPr lang="en-US" sz="2000" b="1" dirty="0">
                <a:solidFill>
                  <a:srgbClr val="7030A0"/>
                </a:solidFill>
                <a:latin typeface="Calibri"/>
                <a:ea typeface="Calibri"/>
                <a:cs typeface="Times New Roman"/>
              </a:rPr>
              <a:t>man in blue shirt riding bike on dirt track</a:t>
            </a:r>
          </a:p>
        </p:txBody>
      </p:sp>
    </p:spTree>
    <p:extLst>
      <p:ext uri="{BB962C8B-B14F-4D97-AF65-F5344CB8AC3E}">
        <p14:creationId xmlns:p14="http://schemas.microsoft.com/office/powerpoint/2010/main" val="735264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697D-806B-707F-8DFD-BBB24E3835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9F0503-814D-5E12-4035-FD412B51A15E}"/>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23263DE5-FF61-C7A9-E474-145EC1B6E56D}"/>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88B00240-2B5B-12A4-FAFD-607FFE27AD80}"/>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7DC4A190-FC40-CD2D-DF23-5E6EB446AC45}"/>
              </a:ext>
            </a:extLst>
          </p:cNvPr>
          <p:cNvSpPr txBox="1"/>
          <p:nvPr/>
        </p:nvSpPr>
        <p:spPr>
          <a:xfrm>
            <a:off x="5636063" y="6549537"/>
            <a:ext cx="1968430" cy="307777"/>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Results</a:t>
            </a:r>
            <a:endParaRPr lang="en-US"/>
          </a:p>
        </p:txBody>
      </p:sp>
      <p:sp>
        <p:nvSpPr>
          <p:cNvPr id="10" name="TextBox 9">
            <a:extLst>
              <a:ext uri="{FF2B5EF4-FFF2-40B4-BE49-F238E27FC236}">
                <a16:creationId xmlns:a16="http://schemas.microsoft.com/office/drawing/2014/main" id="{36A515FC-4653-C226-6684-E9DD26B5CB47}"/>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AA63ED13-0D5D-FA24-BDDE-92FA8F937B9C}"/>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030F8940-118D-F508-5FF3-D4ED9C185214}"/>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15" name="Title 1">
            <a:extLst>
              <a:ext uri="{FF2B5EF4-FFF2-40B4-BE49-F238E27FC236}">
                <a16:creationId xmlns:a16="http://schemas.microsoft.com/office/drawing/2014/main" id="{13F02386-2DF5-C9EF-E950-75A0FB64F9F2}"/>
              </a:ext>
            </a:extLst>
          </p:cNvPr>
          <p:cNvSpPr>
            <a:spLocks noGrp="1"/>
          </p:cNvSpPr>
          <p:nvPr>
            <p:ph type="title"/>
          </p:nvPr>
        </p:nvSpPr>
        <p:spPr>
          <a:xfrm>
            <a:off x="609600" y="274638"/>
            <a:ext cx="10961595" cy="806825"/>
          </a:xfrm>
        </p:spPr>
        <p:txBody>
          <a:bodyPr/>
          <a:lstStyle/>
          <a:p>
            <a:r>
              <a:rPr lang="en-US"/>
              <a:t>Results – show the weakness of the algorithm</a:t>
            </a:r>
          </a:p>
        </p:txBody>
      </p:sp>
      <p:sp>
        <p:nvSpPr>
          <p:cNvPr id="4" name="Title 1">
            <a:extLst>
              <a:ext uri="{FF2B5EF4-FFF2-40B4-BE49-F238E27FC236}">
                <a16:creationId xmlns:a16="http://schemas.microsoft.com/office/drawing/2014/main" id="{8E57FC4E-4745-8AD5-9090-9A6D3BE9E930}"/>
              </a:ext>
            </a:extLst>
          </p:cNvPr>
          <p:cNvSpPr txBox="1">
            <a:spLocks/>
          </p:cNvSpPr>
          <p:nvPr/>
        </p:nvSpPr>
        <p:spPr>
          <a:xfrm>
            <a:off x="753762" y="418800"/>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21" name="TextBox 20">
            <a:extLst>
              <a:ext uri="{FF2B5EF4-FFF2-40B4-BE49-F238E27FC236}">
                <a16:creationId xmlns:a16="http://schemas.microsoft.com/office/drawing/2014/main" id="{2F60733C-E02F-63A2-09B8-04A02277D743}"/>
              </a:ext>
            </a:extLst>
          </p:cNvPr>
          <p:cNvSpPr txBox="1"/>
          <p:nvPr/>
        </p:nvSpPr>
        <p:spPr>
          <a:xfrm>
            <a:off x="4687461" y="2138196"/>
            <a:ext cx="6318201" cy="258532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mn-lt"/>
              </a:rPr>
              <a:t>Original caption: </a:t>
            </a:r>
            <a:endParaRPr lang="en-US"/>
          </a:p>
          <a:p>
            <a:r>
              <a:rPr lang="en-US">
                <a:latin typeface="Times New Roman"/>
                <a:ea typeface="+mn-lt"/>
                <a:cs typeface="+mn-lt"/>
              </a:rPr>
              <a:t>  </a:t>
            </a:r>
            <a:r>
              <a:rPr lang="en-US">
                <a:solidFill>
                  <a:srgbClr val="000000"/>
                </a:solidFill>
                <a:latin typeface="Times New Roman"/>
                <a:ea typeface="+mn-lt"/>
                <a:cs typeface="+mn-lt"/>
              </a:rPr>
              <a:t>three people on four wheel </a:t>
            </a:r>
            <a:r>
              <a:rPr lang="en-US" err="1">
                <a:solidFill>
                  <a:srgbClr val="000000"/>
                </a:solidFill>
                <a:latin typeface="Times New Roman"/>
                <a:ea typeface="+mn-lt"/>
                <a:cs typeface="+mn-lt"/>
              </a:rPr>
              <a:t>atv</a:t>
            </a:r>
            <a:r>
              <a:rPr lang="en-US">
                <a:solidFill>
                  <a:srgbClr val="000000"/>
                </a:solidFill>
                <a:latin typeface="Times New Roman"/>
                <a:ea typeface="+mn-lt"/>
                <a:cs typeface="+mn-lt"/>
              </a:rPr>
              <a:t> in field</a:t>
            </a:r>
            <a:endParaRPr lang="en-US">
              <a:solidFill>
                <a:srgbClr val="000000"/>
              </a:solidFill>
              <a:latin typeface="Calibri"/>
              <a:ea typeface="Calibri"/>
              <a:cs typeface="Calibri"/>
            </a:endParaRPr>
          </a:p>
          <a:p>
            <a:endParaRPr lang="en-US">
              <a:latin typeface="Times New Roman"/>
              <a:ea typeface="+mn-lt"/>
              <a:cs typeface="+mn-lt"/>
            </a:endParaRPr>
          </a:p>
          <a:p>
            <a:r>
              <a:rPr lang="en-US">
                <a:latin typeface="Times New Roman"/>
                <a:ea typeface="+mn-lt"/>
                <a:cs typeface="+mn-lt"/>
              </a:rPr>
              <a:t>Predicted Caption: </a:t>
            </a:r>
          </a:p>
          <a:p>
            <a:r>
              <a:rPr lang="en-US" b="1">
                <a:latin typeface="Times New Roman"/>
                <a:ea typeface="+mn-lt"/>
                <a:cs typeface="+mn-lt"/>
              </a:rPr>
              <a:t> Efficientnetb3:</a:t>
            </a:r>
            <a:r>
              <a:rPr lang="en-US">
                <a:latin typeface="Times New Roman"/>
                <a:ea typeface="+mn-lt"/>
                <a:cs typeface="+mn-lt"/>
              </a:rPr>
              <a:t> </a:t>
            </a:r>
            <a:r>
              <a:rPr lang="en-US">
                <a:solidFill>
                  <a:srgbClr val="000000"/>
                </a:solidFill>
                <a:latin typeface="Times New Roman"/>
                <a:ea typeface="+mn-lt"/>
                <a:cs typeface="+mn-lt"/>
              </a:rPr>
              <a:t>man in blue shirt and khaki pants is riding bike</a:t>
            </a:r>
            <a:endParaRPr lang="en-US">
              <a:solidFill>
                <a:srgbClr val="000000"/>
              </a:solidFill>
              <a:latin typeface="Times New Roman"/>
              <a:ea typeface="Calibri"/>
              <a:cs typeface="Calibri"/>
            </a:endParaRPr>
          </a:p>
          <a:p>
            <a:r>
              <a:rPr lang="en-US" b="1">
                <a:latin typeface="Times New Roman"/>
                <a:ea typeface="+mn-lt"/>
                <a:cs typeface="+mn-lt"/>
              </a:rPr>
              <a:t> Resnet18:</a:t>
            </a:r>
            <a:r>
              <a:rPr lang="en-US">
                <a:latin typeface="Times New Roman"/>
                <a:ea typeface="+mn-lt"/>
                <a:cs typeface="+mn-lt"/>
              </a:rPr>
              <a:t> </a:t>
            </a:r>
            <a:r>
              <a:rPr lang="en-US">
                <a:solidFill>
                  <a:srgbClr val="000000"/>
                </a:solidFill>
                <a:latin typeface="Times New Roman"/>
                <a:ea typeface="+mn-lt"/>
                <a:cs typeface="+mn-lt"/>
              </a:rPr>
              <a:t>man in red shirt is jumping off of rock into the water</a:t>
            </a:r>
          </a:p>
          <a:p>
            <a:r>
              <a:rPr lang="en-US" b="1">
                <a:latin typeface="Times New Roman"/>
                <a:ea typeface="+mn-lt"/>
                <a:cs typeface="+mn-lt"/>
              </a:rPr>
              <a:t> </a:t>
            </a:r>
            <a:r>
              <a:rPr lang="en-US" b="1" err="1">
                <a:latin typeface="Times New Roman"/>
                <a:ea typeface="+mn-lt"/>
                <a:cs typeface="+mn-lt"/>
              </a:rPr>
              <a:t>Unet</a:t>
            </a:r>
            <a:r>
              <a:rPr lang="en-US" b="1">
                <a:latin typeface="Times New Roman"/>
                <a:ea typeface="+mn-lt"/>
                <a:cs typeface="+mn-lt"/>
              </a:rPr>
              <a:t>:</a:t>
            </a:r>
            <a:r>
              <a:rPr lang="en-US">
                <a:latin typeface="Times New Roman"/>
                <a:ea typeface="+mn-lt"/>
                <a:cs typeface="+mn-lt"/>
              </a:rPr>
              <a:t> </a:t>
            </a:r>
            <a:r>
              <a:rPr lang="en-US">
                <a:solidFill>
                  <a:srgbClr val="000000"/>
                </a:solidFill>
                <a:latin typeface="Times New Roman"/>
                <a:ea typeface="+mn-lt"/>
                <a:cs typeface="+mn-lt"/>
              </a:rPr>
              <a:t>man in red shirt is standing on the shore of the ocean</a:t>
            </a:r>
            <a:endParaRPr lang="en-US">
              <a:solidFill>
                <a:srgbClr val="000000"/>
              </a:solidFill>
              <a:latin typeface="Times New Roman"/>
              <a:ea typeface="Calibri"/>
              <a:cs typeface="Calibri"/>
            </a:endParaRPr>
          </a:p>
          <a:p>
            <a:r>
              <a:rPr lang="en-US" b="1">
                <a:latin typeface="Times New Roman"/>
                <a:ea typeface="+mn-lt"/>
                <a:cs typeface="+mn-lt"/>
              </a:rPr>
              <a:t> </a:t>
            </a:r>
            <a:r>
              <a:rPr lang="en-US" b="1" err="1">
                <a:latin typeface="Times New Roman"/>
                <a:ea typeface="+mn-lt"/>
                <a:cs typeface="+mn-lt"/>
              </a:rPr>
              <a:t>ViT</a:t>
            </a:r>
            <a:r>
              <a:rPr lang="en-US" b="1">
                <a:latin typeface="Times New Roman"/>
                <a:ea typeface="+mn-lt"/>
                <a:cs typeface="+mn-lt"/>
              </a:rPr>
              <a:t> : </a:t>
            </a:r>
            <a:r>
              <a:rPr lang="en-US">
                <a:solidFill>
                  <a:srgbClr val="000000"/>
                </a:solidFill>
                <a:latin typeface="Times New Roman"/>
                <a:ea typeface="+mn-lt"/>
                <a:cs typeface="+mn-lt"/>
              </a:rPr>
              <a:t>man in red shirt and blue pants is climbing rock wall</a:t>
            </a:r>
            <a:endParaRPr lang="en-US">
              <a:solidFill>
                <a:srgbClr val="000000"/>
              </a:solidFill>
              <a:latin typeface="Times New Roman"/>
              <a:ea typeface="Calibri"/>
              <a:cs typeface="Calibri"/>
            </a:endParaRPr>
          </a:p>
          <a:p>
            <a:r>
              <a:rPr lang="en-US" b="1">
                <a:latin typeface="Times New Roman"/>
                <a:ea typeface="Calibri"/>
                <a:cs typeface="Times New Roman"/>
              </a:rPr>
              <a:t> Inceptionv3: </a:t>
            </a:r>
            <a:r>
              <a:rPr lang="en-US">
                <a:solidFill>
                  <a:srgbClr val="7030A0"/>
                </a:solidFill>
                <a:latin typeface="Times New Roman"/>
                <a:ea typeface="Calibri"/>
                <a:cs typeface="Times New Roman"/>
              </a:rPr>
              <a:t>two people are riding on </a:t>
            </a:r>
            <a:r>
              <a:rPr lang="en-US" err="1">
                <a:solidFill>
                  <a:srgbClr val="7030A0"/>
                </a:solidFill>
                <a:latin typeface="Times New Roman"/>
                <a:ea typeface="Calibri"/>
                <a:cs typeface="Times New Roman"/>
              </a:rPr>
              <a:t>atv</a:t>
            </a:r>
            <a:r>
              <a:rPr lang="en-US">
                <a:solidFill>
                  <a:srgbClr val="7030A0"/>
                </a:solidFill>
                <a:latin typeface="Times New Roman"/>
                <a:ea typeface="Calibri"/>
                <a:cs typeface="Times New Roman"/>
              </a:rPr>
              <a:t> </a:t>
            </a:r>
            <a:r>
              <a:rPr lang="en-US" err="1">
                <a:solidFill>
                  <a:srgbClr val="7030A0"/>
                </a:solidFill>
                <a:latin typeface="Times New Roman"/>
                <a:ea typeface="Calibri"/>
                <a:cs typeface="Times New Roman"/>
              </a:rPr>
              <a:t>atv</a:t>
            </a:r>
            <a:endParaRPr lang="en-US">
              <a:solidFill>
                <a:srgbClr val="7030A0"/>
              </a:solidFill>
              <a:latin typeface="Times New Roman"/>
              <a:ea typeface="Calibri"/>
              <a:cs typeface="Times New Roman"/>
            </a:endParaRPr>
          </a:p>
        </p:txBody>
      </p:sp>
      <p:pic>
        <p:nvPicPr>
          <p:cNvPr id="2" name="Picture 1" descr="A group of people on a four wheeler&#10;&#10;AI-generated content may be incorrect.">
            <a:extLst>
              <a:ext uri="{FF2B5EF4-FFF2-40B4-BE49-F238E27FC236}">
                <a16:creationId xmlns:a16="http://schemas.microsoft.com/office/drawing/2014/main" id="{C8F5F236-4E8F-9C0D-0148-6C12B2E37E0F}"/>
              </a:ext>
            </a:extLst>
          </p:cNvPr>
          <p:cNvPicPr>
            <a:picLocks noChangeAspect="1"/>
          </p:cNvPicPr>
          <p:nvPr/>
        </p:nvPicPr>
        <p:blipFill>
          <a:blip r:embed="rId3"/>
          <a:srcRect t="4520" r="-296"/>
          <a:stretch/>
        </p:blipFill>
        <p:spPr>
          <a:xfrm>
            <a:off x="1094410" y="1881622"/>
            <a:ext cx="3274129" cy="32639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1861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A339-9614-9C98-235C-90F9D39201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F209FC-5078-5074-6510-78B1EAFACA78}"/>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0A8F4EA9-C06B-1714-DF78-F7BA3F296F55}"/>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9F14885F-DC7A-67D6-0477-CCB0E9BB4426}"/>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90C4AA6C-9BAF-5FF2-2CC1-EBE046C494C0}"/>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0D997E65-638A-9947-01F6-10A4CECB5A5F}"/>
              </a:ext>
            </a:extLst>
          </p:cNvPr>
          <p:cNvSpPr txBox="1"/>
          <p:nvPr/>
        </p:nvSpPr>
        <p:spPr>
          <a:xfrm>
            <a:off x="7965288" y="6570802"/>
            <a:ext cx="1857747"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649111C7-BD25-A995-5AE0-5CA37C2CEFAB}"/>
              </a:ext>
            </a:extLst>
          </p:cNvPr>
          <p:cNvSpPr txBox="1"/>
          <p:nvPr/>
        </p:nvSpPr>
        <p:spPr>
          <a:xfrm>
            <a:off x="10183830" y="6570802"/>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95D4C793-A593-3098-C8BD-C713FF822B4F}"/>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15" name="Title 1">
            <a:extLst>
              <a:ext uri="{FF2B5EF4-FFF2-40B4-BE49-F238E27FC236}">
                <a16:creationId xmlns:a16="http://schemas.microsoft.com/office/drawing/2014/main" id="{3811F031-B3DA-5372-078E-657AFA5A1F5E}"/>
              </a:ext>
            </a:extLst>
          </p:cNvPr>
          <p:cNvSpPr>
            <a:spLocks noGrp="1"/>
          </p:cNvSpPr>
          <p:nvPr>
            <p:ph type="title"/>
          </p:nvPr>
        </p:nvSpPr>
        <p:spPr>
          <a:xfrm>
            <a:off x="609600" y="274638"/>
            <a:ext cx="10972800" cy="1143000"/>
          </a:xfrm>
        </p:spPr>
        <p:txBody>
          <a:bodyPr/>
          <a:lstStyle/>
          <a:p>
            <a:r>
              <a:rPr lang="en-US"/>
              <a:t>Teams Contribution</a:t>
            </a:r>
            <a:endParaRPr/>
          </a:p>
        </p:txBody>
      </p:sp>
      <p:sp>
        <p:nvSpPr>
          <p:cNvPr id="6" name="TextBox 5">
            <a:extLst>
              <a:ext uri="{FF2B5EF4-FFF2-40B4-BE49-F238E27FC236}">
                <a16:creationId xmlns:a16="http://schemas.microsoft.com/office/drawing/2014/main" id="{3B7DB089-7810-683A-C598-7FB45B9E04B6}"/>
              </a:ext>
            </a:extLst>
          </p:cNvPr>
          <p:cNvSpPr txBox="1"/>
          <p:nvPr/>
        </p:nvSpPr>
        <p:spPr>
          <a:xfrm>
            <a:off x="507597" y="2682642"/>
            <a:ext cx="3581400" cy="2031325"/>
          </a:xfrm>
          <a:prstGeom prst="rect">
            <a:avLst/>
          </a:prstGeom>
          <a:noFill/>
        </p:spPr>
        <p:txBody>
          <a:bodyPr wrap="square" lIns="91440" tIns="45720" rIns="91440" bIns="45720" rtlCol="0" anchor="t">
            <a:spAutoFit/>
          </a:bodyPr>
          <a:lstStyle/>
          <a:p>
            <a:r>
              <a:rPr lang="en-US" sz="1400">
                <a:ea typeface="+mn-lt"/>
                <a:cs typeface="+mn-lt"/>
              </a:rPr>
              <a:t>Mohammad Sina </a:t>
            </a:r>
            <a:r>
              <a:rPr lang="en-US" sz="1400" err="1">
                <a:ea typeface="+mn-lt"/>
                <a:cs typeface="+mn-lt"/>
              </a:rPr>
              <a:t>Hassannia</a:t>
            </a:r>
            <a:endParaRPr lang="en-US" err="1"/>
          </a:p>
          <a:p>
            <a:endParaRPr lang="en-US" sz="140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1400">
                <a:latin typeface="Times New Roman"/>
                <a:cs typeface="Times New Roman"/>
              </a:rPr>
              <a:t>Collected relevant data for the project</a:t>
            </a:r>
          </a:p>
          <a:p>
            <a:pPr marL="285750" indent="-285750">
              <a:buFont typeface="Courier New" panose="02070309020205020404" pitchFamily="49" charset="0"/>
              <a:buChar char="o"/>
            </a:pPr>
            <a:r>
              <a:rPr lang="en-US" sz="1400">
                <a:latin typeface="Times New Roman"/>
                <a:cs typeface="Times New Roman"/>
              </a:rPr>
              <a:t> Data preprocessing</a:t>
            </a:r>
          </a:p>
          <a:p>
            <a:pPr marL="285750" indent="-285750">
              <a:buFont typeface="Courier New" panose="02070309020205020404" pitchFamily="49" charset="0"/>
              <a:buChar char="o"/>
            </a:pPr>
            <a:r>
              <a:rPr lang="en-US" sz="1400">
                <a:latin typeface="Times New Roman"/>
                <a:cs typeface="Times New Roman"/>
              </a:rPr>
              <a:t>Designed the methodology framework</a:t>
            </a:r>
          </a:p>
          <a:p>
            <a:pPr marL="285750" indent="-285750">
              <a:buFont typeface="Courier New" panose="02070309020205020404" pitchFamily="49" charset="0"/>
              <a:buChar char="o"/>
            </a:pPr>
            <a:r>
              <a:rPr lang="en-US" sz="1400">
                <a:latin typeface="Times New Roman"/>
                <a:cs typeface="Times New Roman"/>
              </a:rPr>
              <a:t>Implemented the model</a:t>
            </a:r>
          </a:p>
          <a:p>
            <a:pPr marL="285750" indent="-285750">
              <a:buFont typeface="Courier New" panose="02070309020205020404" pitchFamily="49" charset="0"/>
              <a:buChar char="o"/>
            </a:pPr>
            <a:r>
              <a:rPr lang="en-US" sz="1400">
                <a:latin typeface="Times New Roman"/>
                <a:cs typeface="Times New Roman"/>
              </a:rPr>
              <a:t>Contributed to proposal writing</a:t>
            </a:r>
          </a:p>
          <a:p>
            <a:pPr marL="285750" indent="-285750">
              <a:buFont typeface="Courier New" panose="02070309020205020404" pitchFamily="49" charset="0"/>
              <a:buChar char="o"/>
            </a:pPr>
            <a:r>
              <a:rPr lang="en-US" sz="1400">
                <a:latin typeface="Times New Roman"/>
                <a:cs typeface="Times New Roman"/>
              </a:rPr>
              <a:t>Created slides for presentations</a:t>
            </a:r>
          </a:p>
          <a:p>
            <a:endParaRPr lang="en-US" sz="14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3043AC9-0F68-C677-639C-8E725C8B1BBD}"/>
              </a:ext>
            </a:extLst>
          </p:cNvPr>
          <p:cNvSpPr txBox="1"/>
          <p:nvPr/>
        </p:nvSpPr>
        <p:spPr>
          <a:xfrm>
            <a:off x="4082831" y="2682642"/>
            <a:ext cx="3422450" cy="2246769"/>
          </a:xfrm>
          <a:prstGeom prst="rect">
            <a:avLst/>
          </a:prstGeom>
          <a:noFill/>
        </p:spPr>
        <p:txBody>
          <a:bodyPr wrap="square" lIns="91440" tIns="45720" rIns="91440" bIns="45720" rtlCol="0" anchor="t">
            <a:spAutoFit/>
          </a:bodyPr>
          <a:lstStyle/>
          <a:p>
            <a:r>
              <a:rPr lang="en-US" sz="1400">
                <a:latin typeface="Times New Roman"/>
                <a:cs typeface="Times New Roman"/>
              </a:rPr>
              <a:t>Sumon Kanti Dey</a:t>
            </a:r>
          </a:p>
          <a:p>
            <a:endParaRPr lang="en-US" sz="140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1400">
                <a:latin typeface="Times New Roman"/>
                <a:cs typeface="Times New Roman"/>
              </a:rPr>
              <a:t>Refined the problem statement</a:t>
            </a:r>
          </a:p>
          <a:p>
            <a:pPr marL="285750" indent="-285750">
              <a:buFont typeface="Courier New" panose="02070309020205020404" pitchFamily="49" charset="0"/>
              <a:buChar char="o"/>
            </a:pPr>
            <a:r>
              <a:rPr lang="en-US" sz="1400">
                <a:latin typeface="Times New Roman"/>
                <a:cs typeface="Times New Roman"/>
              </a:rPr>
              <a:t>Designed the research methodology</a:t>
            </a:r>
          </a:p>
          <a:p>
            <a:pPr marL="285750" indent="-285750">
              <a:buFont typeface="Courier New" panose="02070309020205020404" pitchFamily="49" charset="0"/>
              <a:buChar char="o"/>
            </a:pPr>
            <a:r>
              <a:rPr lang="en-US" sz="1400">
                <a:latin typeface="Times New Roman"/>
                <a:cs typeface="Times New Roman"/>
              </a:rPr>
              <a:t>Implemented the model</a:t>
            </a:r>
          </a:p>
          <a:p>
            <a:pPr marL="285750" indent="-285750">
              <a:buFont typeface="Courier New" panose="02070309020205020404" pitchFamily="49" charset="0"/>
              <a:buChar char="o"/>
            </a:pPr>
            <a:r>
              <a:rPr lang="en-US" sz="1400">
                <a:latin typeface="Times New Roman"/>
                <a:cs typeface="Times New Roman"/>
              </a:rPr>
              <a:t>Assisted in writing the proposal</a:t>
            </a:r>
          </a:p>
          <a:p>
            <a:pPr marL="285750" indent="-285750">
              <a:buFont typeface="Courier New" panose="02070309020205020404" pitchFamily="49" charset="0"/>
              <a:buChar char="o"/>
            </a:pPr>
            <a:r>
              <a:rPr lang="en-US" sz="1400">
                <a:latin typeface="Times New Roman"/>
                <a:cs typeface="Times New Roman"/>
              </a:rPr>
              <a:t>Designed presentation slides</a:t>
            </a:r>
          </a:p>
          <a:p>
            <a:pPr marL="285750" indent="-285750">
              <a:buFont typeface="Courier New" panose="02070309020205020404" pitchFamily="49" charset="0"/>
              <a:buChar char="o"/>
            </a:pPr>
            <a:r>
              <a:rPr lang="en-US" sz="1400">
                <a:latin typeface="Times New Roman"/>
                <a:cs typeface="Times New Roman"/>
              </a:rPr>
              <a:t>Data preprocessing</a:t>
            </a:r>
          </a:p>
          <a:p>
            <a:endParaRPr lang="en-US" sz="1400">
              <a:latin typeface="Times New Roman" panose="02020603050405020304" pitchFamily="18" charset="0"/>
              <a:cs typeface="Times New Roman" panose="02020603050405020304" pitchFamily="18" charset="0"/>
            </a:endParaRPr>
          </a:p>
          <a:p>
            <a:endParaRPr lang="en-US" sz="1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0C609F0-5C3C-0474-763D-47FA0BA91237}"/>
              </a:ext>
            </a:extLst>
          </p:cNvPr>
          <p:cNvSpPr txBox="1"/>
          <p:nvPr/>
        </p:nvSpPr>
        <p:spPr>
          <a:xfrm>
            <a:off x="7962694" y="2682641"/>
            <a:ext cx="3514029" cy="1815882"/>
          </a:xfrm>
          <a:prstGeom prst="rect">
            <a:avLst/>
          </a:prstGeom>
          <a:noFill/>
        </p:spPr>
        <p:txBody>
          <a:bodyPr wrap="square" lIns="91440" tIns="45720" rIns="91440" bIns="45720" rtlCol="0" anchor="t">
            <a:spAutoFit/>
          </a:bodyPr>
          <a:lstStyle/>
          <a:p>
            <a:r>
              <a:rPr lang="en-US" sz="1400">
                <a:ea typeface="+mn-lt"/>
                <a:cs typeface="+mn-lt"/>
              </a:rPr>
              <a:t>Lovely Yeswanth </a:t>
            </a:r>
            <a:r>
              <a:rPr lang="en-US" sz="1400" err="1">
                <a:ea typeface="+mn-lt"/>
                <a:cs typeface="+mn-lt"/>
              </a:rPr>
              <a:t>Panchumarthi</a:t>
            </a:r>
            <a:r>
              <a:rPr lang="en-US" sz="1400">
                <a:ea typeface="+mn-lt"/>
                <a:cs typeface="+mn-lt"/>
              </a:rPr>
              <a:t> </a:t>
            </a:r>
            <a:endParaRPr lang="en-US"/>
          </a:p>
          <a:p>
            <a:endParaRPr lang="en-US" sz="140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1400">
                <a:latin typeface="Times New Roman"/>
                <a:cs typeface="Times New Roman"/>
              </a:rPr>
              <a:t>Data Preprocessing.</a:t>
            </a:r>
          </a:p>
          <a:p>
            <a:pPr marL="285750" indent="-285750">
              <a:buFont typeface="Courier New" panose="02070309020205020404" pitchFamily="49" charset="0"/>
              <a:buChar char="o"/>
            </a:pPr>
            <a:r>
              <a:rPr lang="en-US" sz="1400">
                <a:latin typeface="Times New Roman"/>
                <a:cs typeface="Times New Roman"/>
              </a:rPr>
              <a:t>Designed the research methodology</a:t>
            </a:r>
          </a:p>
          <a:p>
            <a:pPr marL="285750" indent="-285750">
              <a:buFont typeface="Courier New" panose="02070309020205020404" pitchFamily="49" charset="0"/>
              <a:buChar char="o"/>
            </a:pPr>
            <a:r>
              <a:rPr lang="en-US" sz="1400">
                <a:latin typeface="Times New Roman"/>
                <a:cs typeface="Times New Roman"/>
              </a:rPr>
              <a:t>Implemented the model</a:t>
            </a:r>
          </a:p>
          <a:p>
            <a:pPr marL="285750" indent="-285750">
              <a:buFont typeface="Courier New" panose="02070309020205020404" pitchFamily="49" charset="0"/>
              <a:buChar char="o"/>
            </a:pPr>
            <a:r>
              <a:rPr lang="en-US" sz="1400">
                <a:latin typeface="Times New Roman"/>
                <a:cs typeface="Times New Roman"/>
              </a:rPr>
              <a:t>Assisted in writing the proposal</a:t>
            </a:r>
          </a:p>
          <a:p>
            <a:pPr marL="285750" indent="-285750">
              <a:buFont typeface="Courier New" panose="02070309020205020404" pitchFamily="49" charset="0"/>
              <a:buChar char="o"/>
            </a:pPr>
            <a:r>
              <a:rPr lang="en-US" sz="1400">
                <a:latin typeface="Times New Roman"/>
                <a:cs typeface="Times New Roman"/>
              </a:rPr>
              <a:t>Designed presentation slides</a:t>
            </a:r>
          </a:p>
          <a:p>
            <a:endParaRPr lang="en-US"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6541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C48F-259C-5880-9A1C-A3F8BE38F78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A10232-7945-DE6E-1051-5DF722CDB063}"/>
              </a:ext>
            </a:extLst>
          </p:cNvPr>
          <p:cNvSpPr txBox="1"/>
          <p:nvPr/>
        </p:nvSpPr>
        <p:spPr>
          <a:xfrm>
            <a:off x="391018" y="6559830"/>
            <a:ext cx="1398390" cy="287198"/>
          </a:xfrm>
          <a:prstGeom prst="rect">
            <a:avLst/>
          </a:prstGeom>
          <a:noFill/>
          <a:ln w="6350">
            <a:solidFill>
              <a:srgbClr val="000000"/>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Calibri"/>
              </a:rPr>
              <a:t>Introduction</a:t>
            </a:r>
          </a:p>
        </p:txBody>
      </p:sp>
      <p:sp>
        <p:nvSpPr>
          <p:cNvPr id="7" name="TextBox 6">
            <a:extLst>
              <a:ext uri="{FF2B5EF4-FFF2-40B4-BE49-F238E27FC236}">
                <a16:creationId xmlns:a16="http://schemas.microsoft.com/office/drawing/2014/main" id="{179052FC-A5E4-DDF0-D028-DA73B62A2D76}"/>
              </a:ext>
            </a:extLst>
          </p:cNvPr>
          <p:cNvSpPr txBox="1"/>
          <p:nvPr/>
        </p:nvSpPr>
        <p:spPr>
          <a:xfrm>
            <a:off x="2150203" y="6559828"/>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Data Overview</a:t>
            </a:r>
          </a:p>
        </p:txBody>
      </p:sp>
      <p:sp>
        <p:nvSpPr>
          <p:cNvPr id="8" name="TextBox 7">
            <a:extLst>
              <a:ext uri="{FF2B5EF4-FFF2-40B4-BE49-F238E27FC236}">
                <a16:creationId xmlns:a16="http://schemas.microsoft.com/office/drawing/2014/main" id="{93150BD9-847E-CE1A-F9CD-78C2A0D9D759}"/>
              </a:ext>
            </a:extLst>
          </p:cNvPr>
          <p:cNvSpPr txBox="1"/>
          <p:nvPr/>
        </p:nvSpPr>
        <p:spPr>
          <a:xfrm>
            <a:off x="3876878" y="6559827"/>
            <a:ext cx="139839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Methodology</a:t>
            </a:r>
          </a:p>
        </p:txBody>
      </p:sp>
      <p:sp>
        <p:nvSpPr>
          <p:cNvPr id="9" name="TextBox 8">
            <a:extLst>
              <a:ext uri="{FF2B5EF4-FFF2-40B4-BE49-F238E27FC236}">
                <a16:creationId xmlns:a16="http://schemas.microsoft.com/office/drawing/2014/main" id="{0A91CB40-5D78-8512-9B41-4AD2DFAF3AC8}"/>
              </a:ext>
            </a:extLst>
          </p:cNvPr>
          <p:cNvSpPr txBox="1"/>
          <p:nvPr/>
        </p:nvSpPr>
        <p:spPr>
          <a:xfrm>
            <a:off x="5636063" y="6559826"/>
            <a:ext cx="1968430"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Objective &amp; Goals</a:t>
            </a:r>
          </a:p>
        </p:txBody>
      </p:sp>
      <p:sp>
        <p:nvSpPr>
          <p:cNvPr id="10" name="TextBox 9">
            <a:extLst>
              <a:ext uri="{FF2B5EF4-FFF2-40B4-BE49-F238E27FC236}">
                <a16:creationId xmlns:a16="http://schemas.microsoft.com/office/drawing/2014/main" id="{054C2D12-8A18-49C8-DC3A-D7B4A6195E8B}"/>
              </a:ext>
            </a:extLst>
          </p:cNvPr>
          <p:cNvSpPr txBox="1"/>
          <p:nvPr/>
        </p:nvSpPr>
        <p:spPr>
          <a:xfrm>
            <a:off x="7965288" y="6570802"/>
            <a:ext cx="1857747" cy="287198"/>
          </a:xfrm>
          <a:prstGeom prst="rect">
            <a:avLst/>
          </a:prstGeom>
          <a:solidFill>
            <a:schemeClr val="bg1"/>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Teams Contribution</a:t>
            </a:r>
          </a:p>
        </p:txBody>
      </p:sp>
      <p:sp>
        <p:nvSpPr>
          <p:cNvPr id="11" name="TextBox 10">
            <a:extLst>
              <a:ext uri="{FF2B5EF4-FFF2-40B4-BE49-F238E27FC236}">
                <a16:creationId xmlns:a16="http://schemas.microsoft.com/office/drawing/2014/main" id="{743284BA-C074-6852-1839-8563C1C84954}"/>
              </a:ext>
            </a:extLst>
          </p:cNvPr>
          <p:cNvSpPr txBox="1"/>
          <p:nvPr/>
        </p:nvSpPr>
        <p:spPr>
          <a:xfrm>
            <a:off x="10183830" y="6570802"/>
            <a:ext cx="1398390" cy="287198"/>
          </a:xfrm>
          <a:prstGeom prst="rect">
            <a:avLst/>
          </a:prstGeom>
          <a:solidFill>
            <a:schemeClr val="accent3"/>
          </a:solidFill>
          <a:ln w="6350">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000000"/>
                </a:solidFill>
                <a:latin typeface="Aptos Serif"/>
                <a:ea typeface="Calibri"/>
                <a:cs typeface="Aptos Serif"/>
              </a:rPr>
              <a:t>Next Steps</a:t>
            </a:r>
          </a:p>
        </p:txBody>
      </p:sp>
      <p:sp>
        <p:nvSpPr>
          <p:cNvPr id="12" name="Title 1">
            <a:extLst>
              <a:ext uri="{FF2B5EF4-FFF2-40B4-BE49-F238E27FC236}">
                <a16:creationId xmlns:a16="http://schemas.microsoft.com/office/drawing/2014/main" id="{91E2ECDA-DD63-DA54-844A-7EA7AEAAB285}"/>
              </a:ext>
            </a:extLst>
          </p:cNvPr>
          <p:cNvSpPr txBox="1">
            <a:spLocks/>
          </p:cNvSpPr>
          <p:nvPr/>
        </p:nvSpPr>
        <p:spPr>
          <a:xfrm>
            <a:off x="609600" y="274638"/>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15" name="Title 1">
            <a:extLst>
              <a:ext uri="{FF2B5EF4-FFF2-40B4-BE49-F238E27FC236}">
                <a16:creationId xmlns:a16="http://schemas.microsoft.com/office/drawing/2014/main" id="{C015F9F4-9B87-9C08-281D-BB0B04360B9B}"/>
              </a:ext>
            </a:extLst>
          </p:cNvPr>
          <p:cNvSpPr>
            <a:spLocks noGrp="1"/>
          </p:cNvSpPr>
          <p:nvPr>
            <p:ph type="title"/>
          </p:nvPr>
        </p:nvSpPr>
        <p:spPr>
          <a:xfrm>
            <a:off x="609600" y="274638"/>
            <a:ext cx="10972800" cy="1143000"/>
          </a:xfrm>
        </p:spPr>
        <p:txBody>
          <a:bodyPr/>
          <a:lstStyle/>
          <a:p>
            <a:r>
              <a:rPr lang="en-US" sz="4400"/>
              <a:t>Next Steps</a:t>
            </a:r>
            <a:endParaRPr/>
          </a:p>
        </p:txBody>
      </p:sp>
      <p:sp>
        <p:nvSpPr>
          <p:cNvPr id="6" name="TextBox 5">
            <a:extLst>
              <a:ext uri="{FF2B5EF4-FFF2-40B4-BE49-F238E27FC236}">
                <a16:creationId xmlns:a16="http://schemas.microsoft.com/office/drawing/2014/main" id="{A81C9911-238E-5246-C175-481C306CCAAD}"/>
              </a:ext>
            </a:extLst>
          </p:cNvPr>
          <p:cNvSpPr txBox="1"/>
          <p:nvPr/>
        </p:nvSpPr>
        <p:spPr>
          <a:xfrm>
            <a:off x="1089401" y="1417736"/>
            <a:ext cx="9949735" cy="369332"/>
          </a:xfrm>
          <a:prstGeom prst="rect">
            <a:avLst/>
          </a:prstGeom>
          <a:noFill/>
        </p:spPr>
        <p:txBody>
          <a:bodyPr wrap="square" lIns="91440" tIns="45720" rIns="91440" bIns="45720" rtlCol="0" anchor="t">
            <a:spAutoFit/>
          </a:bodyPr>
          <a:lstStyle/>
          <a:p>
            <a:endParaRPr lang="en-US">
              <a:ea typeface="Calibri"/>
              <a:cs typeface="Calibri"/>
            </a:endParaRPr>
          </a:p>
        </p:txBody>
      </p:sp>
      <p:sp>
        <p:nvSpPr>
          <p:cNvPr id="2" name="TextBox 1">
            <a:extLst>
              <a:ext uri="{FF2B5EF4-FFF2-40B4-BE49-F238E27FC236}">
                <a16:creationId xmlns:a16="http://schemas.microsoft.com/office/drawing/2014/main" id="{C0A0D738-6CEB-9B95-56C9-4A5568D135A4}"/>
              </a:ext>
            </a:extLst>
          </p:cNvPr>
          <p:cNvSpPr txBox="1"/>
          <p:nvPr/>
        </p:nvSpPr>
        <p:spPr>
          <a:xfrm>
            <a:off x="726843" y="1496822"/>
            <a:ext cx="10305522"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mn-lt"/>
                <a:cs typeface="+mn-lt"/>
              </a:rPr>
              <a:t>Model Optimization</a:t>
            </a:r>
            <a:endParaRPr lang="en-US" sz="1600">
              <a:latin typeface="Times New Roman"/>
              <a:ea typeface="+mn-lt"/>
              <a:cs typeface="+mn-lt"/>
            </a:endParaRPr>
          </a:p>
          <a:p>
            <a:pPr lvl="1">
              <a:buFont typeface="Courier New"/>
              <a:buChar char="o"/>
            </a:pPr>
            <a:r>
              <a:rPr lang="en-US" sz="1600">
                <a:latin typeface="Times New Roman"/>
                <a:ea typeface="+mn-lt"/>
                <a:cs typeface="+mn-lt"/>
              </a:rPr>
              <a:t> Fine-tune encoder (e.g., ResNet) and decoder (e.g., LSTM/Transformer) for improved accuracy.</a:t>
            </a:r>
            <a:endParaRPr lang="en-US" sz="1600">
              <a:latin typeface="Times New Roman"/>
              <a:ea typeface="Calibri"/>
              <a:cs typeface="Calibri"/>
            </a:endParaRPr>
          </a:p>
          <a:p>
            <a:pPr lvl="1">
              <a:buFont typeface="Courier New"/>
              <a:buChar char="o"/>
            </a:pPr>
            <a:r>
              <a:rPr lang="en-US" sz="1600">
                <a:latin typeface="Times New Roman"/>
                <a:ea typeface="+mn-lt"/>
                <a:cs typeface="+mn-lt"/>
              </a:rPr>
              <a:t> Experiment with advanced architectures (e.g., attention mechanisms) to enhance context awareness.</a:t>
            </a:r>
            <a:endParaRPr lang="en-US" sz="1600">
              <a:latin typeface="Times New Roman"/>
              <a:ea typeface="Calibri"/>
              <a:cs typeface="Calibri"/>
            </a:endParaRPr>
          </a:p>
          <a:p>
            <a:endParaRPr lang="en-US" sz="1600" b="1">
              <a:latin typeface="Times New Roman"/>
              <a:ea typeface="+mn-lt"/>
              <a:cs typeface="+mn-lt"/>
            </a:endParaRPr>
          </a:p>
          <a:p>
            <a:r>
              <a:rPr lang="en-US" sz="1600" b="1">
                <a:latin typeface="Times New Roman"/>
                <a:ea typeface="+mn-lt"/>
                <a:cs typeface="+mn-lt"/>
              </a:rPr>
              <a:t>Dataset Expansion</a:t>
            </a:r>
            <a:endParaRPr lang="en-US" sz="1600">
              <a:latin typeface="Times New Roman"/>
              <a:ea typeface="Calibri"/>
              <a:cs typeface="Calibri"/>
            </a:endParaRPr>
          </a:p>
          <a:p>
            <a:pPr lvl="1">
              <a:buFont typeface="Courier New"/>
              <a:buChar char="o"/>
            </a:pPr>
            <a:r>
              <a:rPr lang="en-US" sz="1600">
                <a:latin typeface="Times New Roman"/>
                <a:ea typeface="+mn-lt"/>
                <a:cs typeface="+mn-lt"/>
              </a:rPr>
              <a:t> Incorporate larger datasets (e.g., MS COCO) to improve generalization.</a:t>
            </a:r>
            <a:endParaRPr lang="en-US" sz="1600">
              <a:latin typeface="Times New Roman"/>
              <a:ea typeface="Calibri"/>
              <a:cs typeface="Calibri"/>
            </a:endParaRPr>
          </a:p>
          <a:p>
            <a:pPr lvl="1">
              <a:buFont typeface="Courier New"/>
              <a:buChar char="o"/>
            </a:pPr>
            <a:r>
              <a:rPr lang="en-US" sz="1600">
                <a:latin typeface="Times New Roman"/>
                <a:ea typeface="+mn-lt"/>
                <a:cs typeface="+mn-lt"/>
              </a:rPr>
              <a:t> Add diverse image-caption pairs to capture varied contexts and intents.</a:t>
            </a:r>
            <a:endParaRPr lang="en-US" sz="1600">
              <a:latin typeface="Times New Roman"/>
              <a:ea typeface="Calibri"/>
              <a:cs typeface="Calibri"/>
            </a:endParaRPr>
          </a:p>
          <a:p>
            <a:pPr marL="285750" indent="-285750">
              <a:buFont typeface="Arial"/>
              <a:buChar char="•"/>
            </a:pPr>
            <a:endParaRPr lang="en-US" sz="1600" b="1">
              <a:latin typeface="Times New Roman"/>
              <a:ea typeface="Calibri"/>
              <a:cs typeface="Calibri"/>
            </a:endParaRPr>
          </a:p>
          <a:p>
            <a:r>
              <a:rPr lang="en-US" sz="1600" b="1">
                <a:latin typeface="Times New Roman"/>
                <a:ea typeface="+mn-lt"/>
                <a:cs typeface="+mn-lt"/>
              </a:rPr>
              <a:t>Handling Challenges</a:t>
            </a:r>
            <a:endParaRPr lang="en-US" sz="1600">
              <a:latin typeface="Times New Roman"/>
              <a:ea typeface="Calibri"/>
              <a:cs typeface="Times New Roman"/>
            </a:endParaRPr>
          </a:p>
          <a:p>
            <a:pPr marL="742950" lvl="1" indent="-285750">
              <a:buFont typeface="Courier New"/>
              <a:buChar char="o"/>
            </a:pPr>
            <a:r>
              <a:rPr lang="en-US" sz="1600">
                <a:latin typeface="Times New Roman"/>
                <a:ea typeface="+mn-lt"/>
                <a:cs typeface="+mn-lt"/>
              </a:rPr>
              <a:t>Address bias in dataset captions and improve fairness.</a:t>
            </a:r>
            <a:endParaRPr lang="en-US" sz="1600">
              <a:latin typeface="Times New Roman"/>
              <a:ea typeface="Calibri"/>
              <a:cs typeface="Calibri"/>
            </a:endParaRPr>
          </a:p>
          <a:p>
            <a:pPr marL="742950" lvl="1" indent="-285750">
              <a:buFont typeface="Courier New"/>
              <a:buChar char="o"/>
            </a:pPr>
            <a:r>
              <a:rPr lang="en-US" sz="1600">
                <a:latin typeface="Times New Roman"/>
                <a:ea typeface="+mn-lt"/>
                <a:cs typeface="+mn-lt"/>
              </a:rPr>
              <a:t>Optimize the model for efficiency and scalability.</a:t>
            </a:r>
          </a:p>
          <a:p>
            <a:pPr lvl="1"/>
            <a:endParaRPr lang="en-US" sz="1600">
              <a:latin typeface="Times New Roman"/>
              <a:ea typeface="+mn-lt"/>
              <a:cs typeface="+mn-lt"/>
            </a:endParaRPr>
          </a:p>
          <a:p>
            <a:r>
              <a:rPr lang="en-US" sz="1600" b="1">
                <a:latin typeface="Times New Roman"/>
                <a:ea typeface="+mn-lt"/>
                <a:cs typeface="+mn-lt"/>
              </a:rPr>
              <a:t>Challenges and Considerations</a:t>
            </a:r>
            <a:endParaRPr lang="en-US" sz="1600">
              <a:latin typeface="Times New Roman"/>
              <a:ea typeface="+mn-lt"/>
              <a:cs typeface="Calibri"/>
            </a:endParaRPr>
          </a:p>
          <a:p>
            <a:pPr lvl="1">
              <a:buFont typeface="Courier New"/>
              <a:buChar char="o"/>
            </a:pPr>
            <a:r>
              <a:rPr lang="en-US" sz="1600">
                <a:latin typeface="Times New Roman"/>
                <a:ea typeface="+mn-lt"/>
                <a:cs typeface="+mn-lt"/>
              </a:rPr>
              <a:t> Overfitting on limited data (Flickr8k’s 8K images).</a:t>
            </a:r>
            <a:endParaRPr lang="en-US" sz="1600">
              <a:latin typeface="Times New Roman"/>
              <a:ea typeface="Calibri"/>
              <a:cs typeface="Calibri"/>
            </a:endParaRPr>
          </a:p>
          <a:p>
            <a:pPr lvl="1">
              <a:buFont typeface="Courier New"/>
              <a:buChar char="o"/>
            </a:pPr>
            <a:r>
              <a:rPr lang="en-US" sz="1600">
                <a:latin typeface="Times New Roman"/>
                <a:ea typeface="+mn-lt"/>
                <a:cs typeface="+mn-lt"/>
              </a:rPr>
              <a:t> Balancing computational cost with performance on resource-heavy models.</a:t>
            </a:r>
          </a:p>
          <a:p>
            <a:pPr lvl="1">
              <a:buFont typeface="Courier New"/>
              <a:buChar char="o"/>
            </a:pPr>
            <a:r>
              <a:rPr lang="en-US" sz="1600">
                <a:latin typeface="Times New Roman"/>
                <a:ea typeface="+mn-lt"/>
                <a:cs typeface="+mn-lt"/>
              </a:rPr>
              <a:t> Ensuring captions reflect nuanced interactions and cultural contexts.</a:t>
            </a:r>
          </a:p>
        </p:txBody>
      </p:sp>
    </p:spTree>
    <p:extLst>
      <p:ext uri="{BB962C8B-B14F-4D97-AF65-F5344CB8AC3E}">
        <p14:creationId xmlns:p14="http://schemas.microsoft.com/office/powerpoint/2010/main" val="1263914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CCCC31-905B-D9F0-8316-5F2776FF8E84}"/>
              </a:ext>
            </a:extLst>
          </p:cNvPr>
          <p:cNvSpPr>
            <a:spLocks noGrp="1"/>
          </p:cNvSpPr>
          <p:nvPr>
            <p:ph idx="1"/>
          </p:nvPr>
        </p:nvSpPr>
        <p:spPr/>
        <p:txBody>
          <a:bodyPr vert="horz" lIns="91440" tIns="45720" rIns="91440" bIns="45720" rtlCol="0" anchor="t">
            <a:normAutofit/>
          </a:bodyPr>
          <a:lstStyle/>
          <a:p>
            <a:pPr marL="0" indent="0" algn="ctr">
              <a:buNone/>
            </a:pPr>
            <a:endParaRPr lang="en-US"/>
          </a:p>
          <a:p>
            <a:pPr marL="0" indent="0" algn="ctr">
              <a:buNone/>
            </a:pPr>
            <a:endParaRPr lang="en-US"/>
          </a:p>
          <a:p>
            <a:pPr marL="0" indent="0" algn="ctr">
              <a:buNone/>
            </a:pPr>
            <a:r>
              <a:rPr lang="en-US" sz="4400">
                <a:ea typeface="Calibri"/>
                <a:cs typeface="Calibri"/>
              </a:rPr>
              <a:t>Thank you for your Attention </a:t>
            </a:r>
          </a:p>
          <a:p>
            <a:pPr marL="0" indent="0" algn="ctr">
              <a:buNone/>
            </a:pPr>
            <a:r>
              <a:rPr lang="en-US" sz="4400"/>
              <a:t>Any Questions ?</a:t>
            </a:r>
            <a:endParaRPr lang="en-US" sz="4400">
              <a:ea typeface="Calibri"/>
              <a:cs typeface="Calibri"/>
            </a:endParaRPr>
          </a:p>
        </p:txBody>
      </p:sp>
    </p:spTree>
    <p:extLst>
      <p:ext uri="{BB962C8B-B14F-4D97-AF65-F5344CB8AC3E}">
        <p14:creationId xmlns:p14="http://schemas.microsoft.com/office/powerpoint/2010/main" val="1845389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30DD-70AB-118C-E422-A85DF0721F5A}"/>
              </a:ext>
            </a:extLst>
          </p:cNvPr>
          <p:cNvSpPr>
            <a:spLocks noGrp="1"/>
          </p:cNvSpPr>
          <p:nvPr>
            <p:ph type="title"/>
          </p:nvPr>
        </p:nvSpPr>
        <p:spPr/>
        <p:txBody>
          <a:bodyPr/>
          <a:lstStyle/>
          <a:p>
            <a:r>
              <a:rPr kumimoji="0" lang="en-US" sz="4200" b="0" i="0" u="none" strike="noStrike" kern="1200" cap="none" spc="0" normalizeH="0" baseline="0" noProof="0">
                <a:ln>
                  <a:noFill/>
                </a:ln>
                <a:solidFill>
                  <a:prstClr val="black"/>
                </a:solidFill>
                <a:effectLst/>
                <a:uLnTx/>
                <a:uFillTx/>
                <a:ea typeface="+mj-ea"/>
                <a:cs typeface="+mj-cs"/>
              </a:rPr>
              <a:t>References</a:t>
            </a:r>
            <a:endParaRPr lang="en-US"/>
          </a:p>
        </p:txBody>
      </p:sp>
      <p:sp>
        <p:nvSpPr>
          <p:cNvPr id="3" name="Content Placeholder 2">
            <a:extLst>
              <a:ext uri="{FF2B5EF4-FFF2-40B4-BE49-F238E27FC236}">
                <a16:creationId xmlns:a16="http://schemas.microsoft.com/office/drawing/2014/main" id="{A7C242C8-A700-79B1-8C98-578742F64DA0}"/>
              </a:ext>
            </a:extLst>
          </p:cNvPr>
          <p:cNvSpPr>
            <a:spLocks noGrp="1"/>
          </p:cNvSpPr>
          <p:nvPr>
            <p:ph idx="1"/>
          </p:nvPr>
        </p:nvSpPr>
        <p:spPr/>
        <p:txBody>
          <a:bodyPr vert="horz" lIns="91440" tIns="45720" rIns="91440" bIns="45720" rtlCol="0" anchor="t">
            <a:normAutofit/>
          </a:bodyPr>
          <a:lstStyle/>
          <a:p>
            <a:pPr>
              <a:defRPr/>
            </a:pPr>
            <a:r>
              <a:rPr lang="en-US" sz="1400" err="1">
                <a:solidFill>
                  <a:srgbClr val="222222"/>
                </a:solidFill>
                <a:latin typeface="Calibri"/>
                <a:ea typeface="+mn-lt"/>
                <a:cs typeface="Times New Roman"/>
              </a:rPr>
              <a:t>Hodosh</a:t>
            </a:r>
            <a:r>
              <a:rPr lang="en-US" sz="1400">
                <a:solidFill>
                  <a:srgbClr val="222222"/>
                </a:solidFill>
                <a:latin typeface="Calibri"/>
                <a:ea typeface="+mn-lt"/>
                <a:cs typeface="Times New Roman"/>
              </a:rPr>
              <a:t>, Micah, Peter Young, and Julia </a:t>
            </a:r>
            <a:r>
              <a:rPr lang="en-US" sz="1400" err="1">
                <a:solidFill>
                  <a:srgbClr val="222222"/>
                </a:solidFill>
                <a:latin typeface="Calibri"/>
                <a:ea typeface="+mn-lt"/>
                <a:cs typeface="Times New Roman"/>
              </a:rPr>
              <a:t>Hockenmaier</a:t>
            </a:r>
            <a:r>
              <a:rPr lang="en-US" sz="1400">
                <a:solidFill>
                  <a:srgbClr val="222222"/>
                </a:solidFill>
                <a:latin typeface="Calibri"/>
                <a:ea typeface="+mn-lt"/>
                <a:cs typeface="Times New Roman"/>
              </a:rPr>
              <a:t>. "Framing image description as a ranking task: Data, models and evaluation metrics." Journal of Artificial Intelligence Research 47 (2013): 853-899.</a:t>
            </a:r>
            <a:endParaRPr lang="en-US" sz="1400">
              <a:solidFill>
                <a:prstClr val="black"/>
              </a:solidFill>
              <a:latin typeface="Calibri"/>
              <a:ea typeface="+mn-lt"/>
              <a:cs typeface="Calibri"/>
            </a:endParaRPr>
          </a:p>
          <a:p>
            <a:pPr marL="342900" marR="0" lvl="0" indent="-342900" algn="l" defTabSz="457200">
              <a:lnSpc>
                <a:spcPct val="100000"/>
              </a:lnSpc>
              <a:spcBef>
                <a:spcPct val="20000"/>
              </a:spcBef>
              <a:spcAft>
                <a:spcPts val="0"/>
              </a:spcAft>
              <a:buClrTx/>
              <a:buSzTx/>
              <a:buFont typeface="Arial"/>
              <a:buChar char="•"/>
              <a:tabLst/>
              <a:defRPr/>
            </a:pPr>
            <a:endParaRPr lang="en-US" sz="1400" b="0" i="0" u="none" strike="noStrike" kern="1200" cap="none" spc="0" normalizeH="0" baseline="0" noProof="0">
              <a:ln>
                <a:noFill/>
              </a:ln>
              <a:solidFill>
                <a:prstClr val="black"/>
              </a:solidFill>
              <a:effectLst/>
              <a:uLnTx/>
              <a:uFillTx/>
              <a:latin typeface="Calibri"/>
              <a:ea typeface="Calibri"/>
              <a:cs typeface="Calibri"/>
            </a:endParaRPr>
          </a:p>
          <a:p>
            <a:endParaRPr lang="en-US" sz="1400">
              <a:solidFill>
                <a:prstClr val="black"/>
              </a:solidFill>
              <a:ea typeface="Calibri"/>
              <a:cs typeface="Calibri"/>
            </a:endParaRPr>
          </a:p>
          <a:p>
            <a:endParaRPr lang="en-US">
              <a:ea typeface="Calibri"/>
              <a:cs typeface="Calibri"/>
            </a:endParaRPr>
          </a:p>
        </p:txBody>
      </p:sp>
    </p:spTree>
    <p:extLst>
      <p:ext uri="{BB962C8B-B14F-4D97-AF65-F5344CB8AC3E}">
        <p14:creationId xmlns:p14="http://schemas.microsoft.com/office/powerpoint/2010/main" val="3470984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F737-0EE9-A277-3BD8-1F4649D6DBA3}"/>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874110B2-CBBA-2DF1-F9B8-DC0163BF5F52}"/>
              </a:ext>
            </a:extLst>
          </p:cNvPr>
          <p:cNvPicPr>
            <a:picLocks noChangeAspect="1"/>
          </p:cNvPicPr>
          <p:nvPr/>
        </p:nvPicPr>
        <p:blipFill>
          <a:blip r:embed="rId2"/>
          <a:stretch>
            <a:fillRect/>
          </a:stretch>
        </p:blipFill>
        <p:spPr>
          <a:xfrm>
            <a:off x="2400043" y="2715663"/>
            <a:ext cx="7300268" cy="2515612"/>
          </a:xfrm>
          <a:prstGeom prst="rect">
            <a:avLst/>
          </a:prstGeom>
        </p:spPr>
      </p:pic>
    </p:spTree>
    <p:extLst>
      <p:ext uri="{BB962C8B-B14F-4D97-AF65-F5344CB8AC3E}">
        <p14:creationId xmlns:p14="http://schemas.microsoft.com/office/powerpoint/2010/main" val="2362835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03BA-9D7E-9AE2-E8D2-B8EA318C7D83}"/>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32352DC2-48E6-86BF-95F4-AE61EFAFD8C3}"/>
              </a:ext>
            </a:extLst>
          </p:cNvPr>
          <p:cNvPicPr>
            <a:picLocks noChangeAspect="1"/>
          </p:cNvPicPr>
          <p:nvPr/>
        </p:nvPicPr>
        <p:blipFill>
          <a:blip r:embed="rId2"/>
          <a:stretch>
            <a:fillRect/>
          </a:stretch>
        </p:blipFill>
        <p:spPr>
          <a:xfrm>
            <a:off x="941381" y="2580893"/>
            <a:ext cx="5220556" cy="29334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7354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Widescreen</PresentationFormat>
  <Slides>29</Slides>
  <Notes>12</Notes>
  <HiddenSlides>2</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              Context Aware Image Caption Generation Using Deep Learning Algorithms  Mohammad Sina Hassannia , Sumon Kanti Dey and Lovely Yeswanth Panchumarthi  April 24, 2025                                                                         </vt:lpstr>
      <vt:lpstr>  Introduction to the Problem  </vt:lpstr>
      <vt:lpstr>Why do need Captioning?</vt:lpstr>
      <vt:lpstr>  Why it is important  </vt:lpstr>
      <vt:lpstr>  Sample of Existing Dataset Challenges  </vt:lpstr>
      <vt:lpstr>  Data Overview  </vt:lpstr>
      <vt:lpstr>Preprocessing &amp; Embedding</vt:lpstr>
      <vt:lpstr>    </vt:lpstr>
      <vt:lpstr>Encoder Decoder Pipeline</vt:lpstr>
      <vt:lpstr>    </vt:lpstr>
      <vt:lpstr>    </vt:lpstr>
      <vt:lpstr>    </vt:lpstr>
      <vt:lpstr>    </vt:lpstr>
      <vt:lpstr>    </vt:lpstr>
      <vt:lpstr>    </vt:lpstr>
      <vt:lpstr>    </vt:lpstr>
      <vt:lpstr>Decoder</vt:lpstr>
      <vt:lpstr> Evaluation Metrices </vt:lpstr>
      <vt:lpstr> Evaluation Metrices </vt:lpstr>
      <vt:lpstr> Evaluation Metrices </vt:lpstr>
      <vt:lpstr>Results – Metrics </vt:lpstr>
      <vt:lpstr>Results – Images </vt:lpstr>
      <vt:lpstr>Results – show the weakness of the algorithm</vt:lpstr>
      <vt:lpstr>Teams Contribution</vt:lpstr>
      <vt:lpstr>Next Steps</vt:lpstr>
      <vt:lpstr>PowerPoint Presentation</vt:lpstr>
      <vt:lpstr>References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34</cp:revision>
  <dcterms:created xsi:type="dcterms:W3CDTF">2013-01-27T09:14:16Z</dcterms:created>
  <dcterms:modified xsi:type="dcterms:W3CDTF">2025-04-30T18:55:04Z</dcterms:modified>
  <cp:category/>
</cp:coreProperties>
</file>