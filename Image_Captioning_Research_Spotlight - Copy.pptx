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3"/>
  </p:notesMasterIdLst>
  <p:sldIdLst>
    <p:sldId id="265" r:id="rId2"/>
    <p:sldId id="266" r:id="rId3"/>
    <p:sldId id="274" r:id="rId4"/>
    <p:sldId id="267" r:id="rId5"/>
    <p:sldId id="279" r:id="rId6"/>
    <p:sldId id="280" r:id="rId7"/>
    <p:sldId id="270" r:id="rId8"/>
    <p:sldId id="271" r:id="rId9"/>
    <p:sldId id="273" r:id="rId10"/>
    <p:sldId id="272" r:id="rId11"/>
    <p:sldId id="27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2CA9B-D696-A06E-86AF-3A0E62912672}" v="108" dt="2025-03-27T05:47:47.920"/>
    <p1510:client id="{1A21DAB2-A132-4542-A508-B630B0D958D8}" v="2205" dt="2025-03-27T04:18:36.254"/>
    <p1510:client id="{5619B1A8-3B10-7B29-491B-6D89614072F6}" v="222" dt="2025-03-26T19:05:03.613"/>
    <p1510:client id="{59738890-6E7F-7EDE-8F74-893A5CB8FFB8}" v="40" dt="2025-03-26T18:04:33.307"/>
    <p1510:client id="{628DDF3F-7AFE-9BBC-0B03-502687501AF5}" v="53" dt="2025-03-27T15:44:16.938"/>
    <p1510:client id="{67BC9DAD-BA3D-4F52-91CC-DFB8059AABD5}" v="31" dt="2025-03-27T04:32:10.873"/>
    <p1510:client id="{A33D371E-4EA0-A151-1A22-2A5950A6072E}" v="200" dt="2025-03-27T03:58:02.976"/>
    <p1510:client id="{B495EAEA-C503-0E71-B5F3-5991AFE86F1B}" v="16" dt="2025-03-27T06:00:47.253"/>
    <p1510:client id="{BBF3EF1A-8077-3543-9BF6-D02E4B643E35}" v="224" dt="2025-03-26T23:24:41.177"/>
    <p1510:client id="{BD1257EB-3D45-E1B9-80D3-A71D26115777}" v="404" dt="2025-03-27T02:50:21.099"/>
    <p1510:client id="{C13FCB55-5FC5-3BE8-2C0B-57EB97201869}" v="614" dt="2025-03-27T15:44:23.056"/>
    <p1510:client id="{CD9C7B80-6186-32CD-E28A-3228370C4146}" v="60" dt="2025-03-27T04:49:21.867"/>
    <p1510:client id="{EA554798-3B4E-B354-5A98-7EF34B26AB09}" v="26" dt="2025-03-27T02:32:20.310"/>
    <p1510:client id="{F9FDC113-93E9-EE1B-9F52-704B221C72B0}" v="707" dt="2025-03-27T05:59:14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nnia, Mohammad Sina" userId="S::mhasann@emory.edu::e31ae476-97a3-4c8a-9ab2-c74a0d1a08bb" providerId="AD" clId="Web-{CD9C7B80-6186-32CD-E28A-3228370C4146}"/>
    <pc:docChg chg="delSld modSld sldOrd">
      <pc:chgData name="Hassannia, Mohammad Sina" userId="S::mhasann@emory.edu::e31ae476-97a3-4c8a-9ab2-c74a0d1a08bb" providerId="AD" clId="Web-{CD9C7B80-6186-32CD-E28A-3228370C4146}" dt="2025-03-27T04:49:21.867" v="58" actId="20577"/>
      <pc:docMkLst>
        <pc:docMk/>
      </pc:docMkLst>
      <pc:sldChg chg="del">
        <pc:chgData name="Hassannia, Mohammad Sina" userId="S::mhasann@emory.edu::e31ae476-97a3-4c8a-9ab2-c74a0d1a08bb" providerId="AD" clId="Web-{CD9C7B80-6186-32CD-E28A-3228370C4146}" dt="2025-03-27T03:43:18.951" v="45"/>
        <pc:sldMkLst>
          <pc:docMk/>
          <pc:sldMk cId="1458081689" sldId="269"/>
        </pc:sldMkLst>
      </pc:sldChg>
      <pc:sldChg chg="ord">
        <pc:chgData name="Hassannia, Mohammad Sina" userId="S::mhasann@emory.edu::e31ae476-97a3-4c8a-9ab2-c74a0d1a08bb" providerId="AD" clId="Web-{CD9C7B80-6186-32CD-E28A-3228370C4146}" dt="2025-03-27T04:36:53.788" v="49"/>
        <pc:sldMkLst>
          <pc:docMk/>
          <pc:sldMk cId="3766541810" sldId="270"/>
        </pc:sldMkLst>
      </pc:sldChg>
      <pc:sldChg chg="modSp">
        <pc:chgData name="Hassannia, Mohammad Sina" userId="S::mhasann@emory.edu::e31ae476-97a3-4c8a-9ab2-c74a0d1a08bb" providerId="AD" clId="Web-{CD9C7B80-6186-32CD-E28A-3228370C4146}" dt="2025-03-27T04:49:21.867" v="58" actId="20577"/>
        <pc:sldMkLst>
          <pc:docMk/>
          <pc:sldMk cId="1263914383" sldId="271"/>
        </pc:sldMkLst>
        <pc:spChg chg="mod">
          <ac:chgData name="Hassannia, Mohammad Sina" userId="S::mhasann@emory.edu::e31ae476-97a3-4c8a-9ab2-c74a0d1a08bb" providerId="AD" clId="Web-{CD9C7B80-6186-32CD-E28A-3228370C4146}" dt="2025-03-27T04:49:21.867" v="58" actId="20577"/>
          <ac:spMkLst>
            <pc:docMk/>
            <pc:sldMk cId="1263914383" sldId="271"/>
            <ac:spMk id="2" creationId="{C0A0D738-6CEB-9B95-56C9-4A5568D135A4}"/>
          </ac:spMkLst>
        </pc:spChg>
      </pc:sldChg>
      <pc:sldChg chg="ord">
        <pc:chgData name="Hassannia, Mohammad Sina" userId="S::mhasann@emory.edu::e31ae476-97a3-4c8a-9ab2-c74a0d1a08bb" providerId="AD" clId="Web-{CD9C7B80-6186-32CD-E28A-3228370C4146}" dt="2025-03-27T04:44:17.876" v="50"/>
        <pc:sldMkLst>
          <pc:docMk/>
          <pc:sldMk cId="3470984378" sldId="272"/>
        </pc:sldMkLst>
      </pc:sldChg>
      <pc:sldChg chg="ord">
        <pc:chgData name="Hassannia, Mohammad Sina" userId="S::mhasann@emory.edu::e31ae476-97a3-4c8a-9ab2-c74a0d1a08bb" providerId="AD" clId="Web-{CD9C7B80-6186-32CD-E28A-3228370C4146}" dt="2025-03-27T04:45:30.112" v="51"/>
        <pc:sldMkLst>
          <pc:docMk/>
          <pc:sldMk cId="4154194807" sldId="277"/>
        </pc:sldMkLst>
      </pc:sldChg>
      <pc:sldChg chg="modSp">
        <pc:chgData name="Hassannia, Mohammad Sina" userId="S::mhasann@emory.edu::e31ae476-97a3-4c8a-9ab2-c74a0d1a08bb" providerId="AD" clId="Web-{CD9C7B80-6186-32CD-E28A-3228370C4146}" dt="2025-03-27T03:48:38.601" v="47" actId="20577"/>
        <pc:sldMkLst>
          <pc:docMk/>
          <pc:sldMk cId="278311178" sldId="279"/>
        </pc:sldMkLst>
        <pc:spChg chg="mod">
          <ac:chgData name="Hassannia, Mohammad Sina" userId="S::mhasann@emory.edu::e31ae476-97a3-4c8a-9ab2-c74a0d1a08bb" providerId="AD" clId="Web-{CD9C7B80-6186-32CD-E28A-3228370C4146}" dt="2025-03-27T03:17:38.978" v="43" actId="1076"/>
          <ac:spMkLst>
            <pc:docMk/>
            <pc:sldMk cId="278311178" sldId="279"/>
            <ac:spMk id="3" creationId="{E40416B8-D528-56A7-33E3-05CEAD302551}"/>
          </ac:spMkLst>
        </pc:spChg>
        <pc:spChg chg="mod">
          <ac:chgData name="Hassannia, Mohammad Sina" userId="S::mhasann@emory.edu::e31ae476-97a3-4c8a-9ab2-c74a0d1a08bb" providerId="AD" clId="Web-{CD9C7B80-6186-32CD-E28A-3228370C4146}" dt="2025-03-27T03:17:42.885" v="44" actId="1076"/>
          <ac:spMkLst>
            <pc:docMk/>
            <pc:sldMk cId="278311178" sldId="279"/>
            <ac:spMk id="6" creationId="{17A996D6-C8F8-5765-68D0-D5D8BD58825C}"/>
          </ac:spMkLst>
        </pc:spChg>
        <pc:spChg chg="mod">
          <ac:chgData name="Hassannia, Mohammad Sina" userId="S::mhasann@emory.edu::e31ae476-97a3-4c8a-9ab2-c74a0d1a08bb" providerId="AD" clId="Web-{CD9C7B80-6186-32CD-E28A-3228370C4146}" dt="2025-03-27T03:48:38.601" v="47" actId="20577"/>
          <ac:spMkLst>
            <pc:docMk/>
            <pc:sldMk cId="278311178" sldId="279"/>
            <ac:spMk id="13" creationId="{9C5725B7-59F8-748F-49A7-A60244A33ED8}"/>
          </ac:spMkLst>
        </pc:spChg>
      </pc:sldChg>
    </pc:docChg>
  </pc:docChgLst>
  <pc:docChgLst>
    <pc:chgData name="Hassannia, Mohammad Sina" userId="S::mhasann@emory.edu::e31ae476-97a3-4c8a-9ab2-c74a0d1a08bb" providerId="AD" clId="Web-{F9FDC113-93E9-EE1B-9F52-704B221C72B0}"/>
    <pc:docChg chg="mod addSld delSld modSld sldOrd modMainMaster">
      <pc:chgData name="Hassannia, Mohammad Sina" userId="S::mhasann@emory.edu::e31ae476-97a3-4c8a-9ab2-c74a0d1a08bb" providerId="AD" clId="Web-{F9FDC113-93E9-EE1B-9F52-704B221C72B0}" dt="2025-03-27T05:59:14.797" v="661" actId="20577"/>
      <pc:docMkLst>
        <pc:docMk/>
      </pc:docMkLst>
      <pc:sldChg chg="addSp delSp modSp">
        <pc:chgData name="Hassannia, Mohammad Sina" userId="S::mhasann@emory.edu::e31ae476-97a3-4c8a-9ab2-c74a0d1a08bb" providerId="AD" clId="Web-{F9FDC113-93E9-EE1B-9F52-704B221C72B0}" dt="2025-03-27T05:55:07.494" v="627"/>
        <pc:sldMkLst>
          <pc:docMk/>
          <pc:sldMk cId="1701787540" sldId="265"/>
        </pc:sldMkLst>
        <pc:spChg chg="mod">
          <ac:chgData name="Hassannia, Mohammad Sina" userId="S::mhasann@emory.edu::e31ae476-97a3-4c8a-9ab2-c74a0d1a08bb" providerId="AD" clId="Web-{F9FDC113-93E9-EE1B-9F52-704B221C72B0}" dt="2025-03-27T02:13:34.392" v="15" actId="20577"/>
          <ac:spMkLst>
            <pc:docMk/>
            <pc:sldMk cId="1701787540" sldId="265"/>
            <ac:spMk id="2" creationId="{ECF34468-3E39-76F0-E4CA-824FAFB78DFE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5:55:07.494" v="627"/>
          <ac:spMkLst>
            <pc:docMk/>
            <pc:sldMk cId="1701787540" sldId="265"/>
            <ac:spMk id="4" creationId="{C88E86C8-16C0-8773-2B6B-E32BF80D7E80}"/>
          </ac:spMkLst>
        </pc:spChg>
        <pc:picChg chg="add mod">
          <ac:chgData name="Hassannia, Mohammad Sina" userId="S::mhasann@emory.edu::e31ae476-97a3-4c8a-9ab2-c74a0d1a08bb" providerId="AD" clId="Web-{F9FDC113-93E9-EE1B-9F52-704B221C72B0}" dt="2025-03-27T02:15:40.645" v="21" actId="1076"/>
          <ac:picMkLst>
            <pc:docMk/>
            <pc:sldMk cId="1701787540" sldId="265"/>
            <ac:picMk id="3" creationId="{F5215B0D-A099-739D-ACE3-E398AFFA38D5}"/>
          </ac:picMkLst>
        </pc:picChg>
      </pc:sldChg>
      <pc:sldChg chg="addSp delSp modSp">
        <pc:chgData name="Hassannia, Mohammad Sina" userId="S::mhasann@emory.edu::e31ae476-97a3-4c8a-9ab2-c74a0d1a08bb" providerId="AD" clId="Web-{F9FDC113-93E9-EE1B-9F52-704B221C72B0}" dt="2025-03-27T05:58:54.641" v="660" actId="1076"/>
        <pc:sldMkLst>
          <pc:docMk/>
          <pc:sldMk cId="1408337101" sldId="266"/>
        </pc:sldMkLst>
        <pc:spChg chg="add del mod">
          <ac:chgData name="Hassannia, Mohammad Sina" userId="S::mhasann@emory.edu::e31ae476-97a3-4c8a-9ab2-c74a0d1a08bb" providerId="AD" clId="Web-{F9FDC113-93E9-EE1B-9F52-704B221C72B0}" dt="2025-03-27T05:55:40.261" v="631"/>
          <ac:spMkLst>
            <pc:docMk/>
            <pc:sldMk cId="1408337101" sldId="266"/>
            <ac:spMk id="3" creationId="{65CBC860-7845-8608-7DD2-FC71CE757BA5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8:54.641" v="660" actId="1076"/>
          <ac:spMkLst>
            <pc:docMk/>
            <pc:sldMk cId="1408337101" sldId="266"/>
            <ac:spMk id="4" creationId="{90608F2E-D2F0-4A88-ECB0-DDEF017AA489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5" actId="1076"/>
          <ac:spMkLst>
            <pc:docMk/>
            <pc:sldMk cId="1408337101" sldId="266"/>
            <ac:spMk id="5" creationId="{AE0A1801-A79A-7941-447A-78EB11603859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1408337101" sldId="266"/>
            <ac:spMk id="6" creationId="{DB323ADE-0D57-1379-09BB-1832DFB24BA7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4" actId="1076"/>
          <ac:spMkLst>
            <pc:docMk/>
            <pc:sldMk cId="1408337101" sldId="266"/>
            <ac:spMk id="7" creationId="{22FAFBDA-4490-A281-47BF-146CB5891068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3" actId="1076"/>
          <ac:spMkLst>
            <pc:docMk/>
            <pc:sldMk cId="1408337101" sldId="266"/>
            <ac:spMk id="8" creationId="{ED9A5E18-1F27-DA4D-00BF-CE47585C9F45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2" actId="1076"/>
          <ac:spMkLst>
            <pc:docMk/>
            <pc:sldMk cId="1408337101" sldId="266"/>
            <ac:spMk id="9" creationId="{15F24DDE-D649-D2F1-EF32-A3CF63D8CA9D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1" actId="1076"/>
          <ac:spMkLst>
            <pc:docMk/>
            <pc:sldMk cId="1408337101" sldId="266"/>
            <ac:spMk id="10" creationId="{E352F9AF-12EE-5B04-98F7-870CB0FEDEA2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5:56:22.121" v="640" actId="1076"/>
          <ac:spMkLst>
            <pc:docMk/>
            <pc:sldMk cId="1408337101" sldId="266"/>
            <ac:spMk id="11" creationId="{5E32C4CF-79C9-ACC9-A7A0-5FB109AF170F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9:14.797" v="661" actId="20577"/>
        <pc:sldMkLst>
          <pc:docMk/>
          <pc:sldMk cId="3540260860" sldId="267"/>
        </pc:sldMkLst>
        <pc:spChg chg="mod">
          <ac:chgData name="Hassannia, Mohammad Sina" userId="S::mhasann@emory.edu::e31ae476-97a3-4c8a-9ab2-c74a0d1a08bb" providerId="AD" clId="Web-{F9FDC113-93E9-EE1B-9F52-704B221C72B0}" dt="2025-03-27T05:59:14.797" v="661" actId="20577"/>
          <ac:spMkLst>
            <pc:docMk/>
            <pc:sldMk cId="3540260860" sldId="267"/>
            <ac:spMk id="3" creationId="{16B5C5A0-A677-2E7E-538B-5421CE9B554D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5:57:04.544" v="650"/>
          <ac:spMkLst>
            <pc:docMk/>
            <pc:sldMk cId="3540260860" sldId="267"/>
            <ac:spMk id="4" creationId="{2B84112A-F3AD-9CAF-89EB-78B5AA47AEF0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4:12:36.396" v="575" actId="14100"/>
          <ac:spMkLst>
            <pc:docMk/>
            <pc:sldMk cId="3540260860" sldId="267"/>
            <ac:spMk id="15" creationId="{448A59B8-E8E0-B6B6-145B-D11DB8C2AAF8}"/>
          </ac:spMkLst>
        </pc:spChg>
        <pc:picChg chg="mod">
          <ac:chgData name="Hassannia, Mohammad Sina" userId="S::mhasann@emory.edu::e31ae476-97a3-4c8a-9ab2-c74a0d1a08bb" providerId="AD" clId="Web-{F9FDC113-93E9-EE1B-9F52-704B221C72B0}" dt="2025-03-27T04:12:28.192" v="573" actId="1076"/>
          <ac:picMkLst>
            <pc:docMk/>
            <pc:sldMk cId="3540260860" sldId="267"/>
            <ac:picMk id="13" creationId="{16F2F797-881B-FD87-6A86-2C0F45DE8F6C}"/>
          </ac:picMkLst>
        </pc:picChg>
      </pc:sldChg>
      <pc:sldChg chg="addSp delSp modSp del">
        <pc:chgData name="Hassannia, Mohammad Sina" userId="S::mhasann@emory.edu::e31ae476-97a3-4c8a-9ab2-c74a0d1a08bb" providerId="AD" clId="Web-{F9FDC113-93E9-EE1B-9F52-704B221C72B0}" dt="2025-03-27T03:34:33.120" v="457"/>
        <pc:sldMkLst>
          <pc:docMk/>
          <pc:sldMk cId="3751751116" sldId="268"/>
        </pc:sldMkLst>
        <pc:spChg chg="add del mod">
          <ac:chgData name="Hassannia, Mohammad Sina" userId="S::mhasann@emory.edu::e31ae476-97a3-4c8a-9ab2-c74a0d1a08bb" providerId="AD" clId="Web-{F9FDC113-93E9-EE1B-9F52-704B221C72B0}" dt="2025-03-27T02:35:52.925" v="31"/>
          <ac:spMkLst>
            <pc:docMk/>
            <pc:sldMk cId="3751751116" sldId="268"/>
            <ac:spMk id="45" creationId="{5715BA22-0BDF-48AB-83BF-2320F68D7105}"/>
          </ac:spMkLst>
        </pc:spChg>
        <pc:graphicFrameChg chg="add del">
          <ac:chgData name="Hassannia, Mohammad Sina" userId="S::mhasann@emory.edu::e31ae476-97a3-4c8a-9ab2-c74a0d1a08bb" providerId="AD" clId="Web-{F9FDC113-93E9-EE1B-9F52-704B221C72B0}" dt="2025-03-27T02:35:52.925" v="31"/>
          <ac:graphicFrameMkLst>
            <pc:docMk/>
            <pc:sldMk cId="3751751116" sldId="268"/>
            <ac:graphicFrameMk id="13" creationId="{98C27A96-BF89-85F3-1092-7667B4B5A6D4}"/>
          </ac:graphicFrameMkLst>
        </pc:graphicFrame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3766541810" sldId="270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3766541810" sldId="270"/>
            <ac:spMk id="2" creationId="{F2D0417D-2327-C4F5-5E24-D70472224918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1263914383" sldId="271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1263914383" sldId="271"/>
            <ac:spMk id="3" creationId="{5382D3D9-A4B9-C9A6-5686-510934CA664F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3470984378" sldId="272"/>
        </pc:sldMkLst>
        <pc:spChg chg="mod">
          <ac:chgData name="Hassannia, Mohammad Sina" userId="S::mhasann@emory.edu::e31ae476-97a3-4c8a-9ab2-c74a0d1a08bb" providerId="AD" clId="Web-{F9FDC113-93E9-EE1B-9F52-704B221C72B0}" dt="2025-03-27T02:45:26.704" v="78" actId="20577"/>
          <ac:spMkLst>
            <pc:docMk/>
            <pc:sldMk cId="3470984378" sldId="272"/>
            <ac:spMk id="3" creationId="{A7C242C8-A700-79B1-8C98-578742F64DA0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3470984378" sldId="272"/>
            <ac:spMk id="4" creationId="{9E212B54-9FEA-FBD5-CCC9-6231E21BFF4F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1845389455" sldId="273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1845389455" sldId="273"/>
            <ac:spMk id="2" creationId="{812721FC-915C-6E13-46F5-2BA1D54637AA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2:39:49.008" v="76" actId="20577"/>
          <ac:spMkLst>
            <pc:docMk/>
            <pc:sldMk cId="1845389455" sldId="273"/>
            <ac:spMk id="3" creationId="{30CCCC31-905B-D9F0-8316-5F2776FF8E84}"/>
          </ac:spMkLst>
        </pc:spChg>
      </pc:sldChg>
      <pc:sldChg chg="addSp delSp modSp add del ord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4228532970" sldId="274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4228532970" sldId="274"/>
            <ac:spMk id="3" creationId="{1847316E-1252-CAAE-AB04-D5245E5E839C}"/>
          </ac:spMkLst>
        </pc:spChg>
      </pc:sldChg>
      <pc:sldChg chg="ord">
        <pc:chgData name="Hassannia, Mohammad Sina" userId="S::mhasann@emory.edu::e31ae476-97a3-4c8a-9ab2-c74a0d1a08bb" providerId="AD" clId="Web-{F9FDC113-93E9-EE1B-9F52-704B221C72B0}" dt="2025-03-27T02:38:04.162" v="32"/>
        <pc:sldMkLst>
          <pc:docMk/>
          <pc:sldMk cId="1227293199" sldId="276"/>
        </pc:sldMkLst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4154194807" sldId="277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4154194807" sldId="277"/>
            <ac:spMk id="3" creationId="{D810E30E-204C-BB7C-D5BD-2515DA9B0242}"/>
          </ac:spMkLst>
        </pc:spChg>
      </pc:sldChg>
      <pc:sldChg chg="modSp">
        <pc:chgData name="Hassannia, Mohammad Sina" userId="S::mhasann@emory.edu::e31ae476-97a3-4c8a-9ab2-c74a0d1a08bb" providerId="AD" clId="Web-{F9FDC113-93E9-EE1B-9F52-704B221C72B0}" dt="2025-03-27T03:56:13.509" v="466" actId="20577"/>
        <pc:sldMkLst>
          <pc:docMk/>
          <pc:sldMk cId="4188965022" sldId="278"/>
        </pc:sldMkLst>
        <pc:spChg chg="mod">
          <ac:chgData name="Hassannia, Mohammad Sina" userId="S::mhasann@emory.edu::e31ae476-97a3-4c8a-9ab2-c74a0d1a08bb" providerId="AD" clId="Web-{F9FDC113-93E9-EE1B-9F52-704B221C72B0}" dt="2025-03-27T03:56:13.509" v="466" actId="20577"/>
          <ac:spMkLst>
            <pc:docMk/>
            <pc:sldMk cId="4188965022" sldId="278"/>
            <ac:spMk id="4" creationId="{ED60BDBA-EFF2-0F44-3F19-CAB2784EF7B6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278311178" sldId="279"/>
        </pc:sldMkLst>
        <pc:spChg chg="mod">
          <ac:chgData name="Hassannia, Mohammad Sina" userId="S::mhasann@emory.edu::e31ae476-97a3-4c8a-9ab2-c74a0d1a08bb" providerId="AD" clId="Web-{F9FDC113-93E9-EE1B-9F52-704B221C72B0}" dt="2025-03-27T04:26:34.554" v="598" actId="20577"/>
          <ac:spMkLst>
            <pc:docMk/>
            <pc:sldMk cId="278311178" sldId="279"/>
            <ac:spMk id="2" creationId="{D8A104EA-2294-C5AC-ACE0-F70FB5DB6C9B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278311178" sldId="279"/>
            <ac:spMk id="3" creationId="{9A76A73D-C908-963F-1974-D4CE286B2E75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3:19:51.397" v="337"/>
          <ac:spMkLst>
            <pc:docMk/>
            <pc:sldMk cId="278311178" sldId="279"/>
            <ac:spMk id="3" creationId="{E40416B8-D528-56A7-33E3-05CEAD302551}"/>
          </ac:spMkLst>
        </pc:spChg>
        <pc:spChg chg="del mod">
          <ac:chgData name="Hassannia, Mohammad Sina" userId="S::mhasann@emory.edu::e31ae476-97a3-4c8a-9ab2-c74a0d1a08bb" providerId="AD" clId="Web-{F9FDC113-93E9-EE1B-9F52-704B221C72B0}" dt="2025-03-27T03:18:41.190" v="326"/>
          <ac:spMkLst>
            <pc:docMk/>
            <pc:sldMk cId="278311178" sldId="279"/>
            <ac:spMk id="6" creationId="{17A996D6-C8F8-5765-68D0-D5D8BD58825C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3:20:39.619" v="364"/>
          <ac:spMkLst>
            <pc:docMk/>
            <pc:sldMk cId="278311178" sldId="279"/>
            <ac:spMk id="12" creationId="{94676FCE-B56B-3860-6F34-2F40AF482CC4}"/>
          </ac:spMkLst>
        </pc:spChg>
        <pc:spChg chg="add mod">
          <ac:chgData name="Hassannia, Mohammad Sina" userId="S::mhasann@emory.edu::e31ae476-97a3-4c8a-9ab2-c74a0d1a08bb" providerId="AD" clId="Web-{F9FDC113-93E9-EE1B-9F52-704B221C72B0}" dt="2025-03-27T04:27:18.119" v="603" actId="20577"/>
          <ac:spMkLst>
            <pc:docMk/>
            <pc:sldMk cId="278311178" sldId="279"/>
            <ac:spMk id="13" creationId="{9C5725B7-59F8-748F-49A7-A60244A33ED8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3:18:47.081" v="327"/>
          <ac:spMkLst>
            <pc:docMk/>
            <pc:sldMk cId="278311178" sldId="279"/>
            <ac:spMk id="15" creationId="{3FF76E49-86F1-36B0-9BA5-1038B74B2FC3}"/>
          </ac:spMkLst>
        </pc:spChg>
        <pc:spChg chg="add del mod">
          <ac:chgData name="Hassannia, Mohammad Sina" userId="S::mhasann@emory.edu::e31ae476-97a3-4c8a-9ab2-c74a0d1a08bb" providerId="AD" clId="Web-{F9FDC113-93E9-EE1B-9F52-704B221C72B0}" dt="2025-03-27T03:19:24.896" v="335"/>
          <ac:spMkLst>
            <pc:docMk/>
            <pc:sldMk cId="278311178" sldId="279"/>
            <ac:spMk id="17" creationId="{C5716BB2-60C8-C77E-EDB0-40AB8D2B8611}"/>
          </ac:spMkLst>
        </pc:spChg>
        <pc:spChg chg="add mod">
          <ac:chgData name="Hassannia, Mohammad Sina" userId="S::mhasann@emory.edu::e31ae476-97a3-4c8a-9ab2-c74a0d1a08bb" providerId="AD" clId="Web-{F9FDC113-93E9-EE1B-9F52-704B221C72B0}" dt="2025-03-27T04:26:39.085" v="600" actId="20577"/>
          <ac:spMkLst>
            <pc:docMk/>
            <pc:sldMk cId="278311178" sldId="279"/>
            <ac:spMk id="19" creationId="{BBC65412-6AF3-2905-7158-D507832C0B05}"/>
          </ac:spMkLst>
        </pc:spChg>
      </pc:sldChg>
      <pc:sldChg chg="addSp delSp modSp">
        <pc:chgData name="Hassannia, Mohammad Sina" userId="S::mhasann@emory.edu::e31ae476-97a3-4c8a-9ab2-c74a0d1a08bb" providerId="AD" clId="Web-{F9FDC113-93E9-EE1B-9F52-704B221C72B0}" dt="2025-03-27T05:56:34.684" v="646"/>
        <pc:sldMkLst>
          <pc:docMk/>
          <pc:sldMk cId="735264327" sldId="280"/>
        </pc:sldMkLst>
        <pc:spChg chg="add del mod">
          <ac:chgData name="Hassannia, Mohammad Sina" userId="S::mhasann@emory.edu::e31ae476-97a3-4c8a-9ab2-c74a0d1a08bb" providerId="AD" clId="Web-{F9FDC113-93E9-EE1B-9F52-704B221C72B0}" dt="2025-03-27T05:56:34.684" v="646"/>
          <ac:spMkLst>
            <pc:docMk/>
            <pc:sldMk cId="735264327" sldId="280"/>
            <ac:spMk id="2" creationId="{515E5D13-FE36-9390-8CC2-47DF216C57EC}"/>
          </ac:spMkLst>
        </pc:spChg>
        <pc:spChg chg="mod">
          <ac:chgData name="Hassannia, Mohammad Sina" userId="S::mhasann@emory.edu::e31ae476-97a3-4c8a-9ab2-c74a0d1a08bb" providerId="AD" clId="Web-{F9FDC113-93E9-EE1B-9F52-704B221C72B0}" dt="2025-03-27T04:40:02.725" v="625" actId="20577"/>
          <ac:spMkLst>
            <pc:docMk/>
            <pc:sldMk cId="735264327" sldId="280"/>
            <ac:spMk id="32" creationId="{7E24F54C-86BD-6260-0D0A-E5BF1EF9E897}"/>
          </ac:spMkLst>
        </pc:spChg>
      </pc:sldChg>
      <pc:sldMasterChg chg="mod modSldLayout">
        <pc:chgData name="Hassannia, Mohammad Sina" userId="S::mhasann@emory.edu::e31ae476-97a3-4c8a-9ab2-c74a0d1a08bb" providerId="AD" clId="Web-{F9FDC113-93E9-EE1B-9F52-704B221C72B0}" dt="2025-03-27T05:57:06.091" v="652"/>
        <pc:sldMasterMkLst>
          <pc:docMk/>
          <pc:sldMasterMk cId="2209977519" sldId="2147483661"/>
        </pc:sldMasterMkLst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3168075583" sldId="2147483649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2614314258" sldId="2147483650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960648375" sldId="2147483651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2782244947" sldId="2147483652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990158736" sldId="2147483653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727027711" sldId="2147483654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1212999818" sldId="2147483655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1840726560" sldId="2147483656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3889236939" sldId="2147483657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2910927964" sldId="2147483658"/>
          </pc:sldLayoutMkLst>
        </pc:sldLayoutChg>
        <pc:sldLayoutChg chg="mod">
          <pc:chgData name="Hassannia, Mohammad Sina" userId="S::mhasann@emory.edu::e31ae476-97a3-4c8a-9ab2-c74a0d1a08bb" providerId="AD" clId="Web-{F9FDC113-93E9-EE1B-9F52-704B221C72B0}" dt="2025-03-27T05:57:06.091" v="652"/>
          <pc:sldLayoutMkLst>
            <pc:docMk/>
            <pc:sldMasterMk cId="2209977519" sldId="2147483661"/>
            <pc:sldLayoutMk cId="3612223792" sldId="2147483660"/>
          </pc:sldLayoutMkLst>
        </pc:sldLayoutChg>
      </pc:sldMasterChg>
    </pc:docChg>
  </pc:docChgLst>
  <pc:docChgLst>
    <pc:chgData name="Dey, Sumon Kanti" userId="S::sdey26@emory.edu::d0b991bf-8a4d-4f4f-a0b7-8f19f709817b" providerId="AD" clId="Web-{5619B1A8-3B10-7B29-491B-6D89614072F6}"/>
    <pc:docChg chg="addSld delSld modSld addMainMaster delMainMaster modMainMaster addSection delSection">
      <pc:chgData name="Dey, Sumon Kanti" userId="S::sdey26@emory.edu::d0b991bf-8a4d-4f4f-a0b7-8f19f709817b" providerId="AD" clId="Web-{5619B1A8-3B10-7B29-491B-6D89614072F6}" dt="2025-03-26T19:05:03.613" v="176"/>
      <pc:docMkLst>
        <pc:docMk/>
      </pc:docMkLst>
      <pc:sldChg chg="delSp modSp del mod modClrScheme delDesignElem chgLayout">
        <pc:chgData name="Dey, Sumon Kanti" userId="S::sdey26@emory.edu::d0b991bf-8a4d-4f4f-a0b7-8f19f709817b" providerId="AD" clId="Web-{5619B1A8-3B10-7B29-491B-6D89614072F6}" dt="2025-03-26T18:51:32.670" v="31"/>
        <pc:sldMkLst>
          <pc:docMk/>
          <pc:sldMk cId="0" sldId="256"/>
        </pc:sldMkLst>
        <pc:spChg chg="mod ord">
          <ac:chgData name="Dey, Sumon Kanti" userId="S::sdey26@emory.edu::d0b991bf-8a4d-4f4f-a0b7-8f19f709817b" providerId="AD" clId="Web-{5619B1A8-3B10-7B29-491B-6D89614072F6}" dt="2025-03-26T18:51:09.232" v="21" actId="2057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1:23.935" v="29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Dey, Sumon Kanti" userId="S::sdey26@emory.edu::d0b991bf-8a4d-4f4f-a0b7-8f19f709817b" providerId="AD" clId="Web-{5619B1A8-3B10-7B29-491B-6D89614072F6}" dt="2025-03-26T18:47:10.225" v="0"/>
          <ac:spMkLst>
            <pc:docMk/>
            <pc:sldMk cId="0" sldId="256"/>
            <ac:spMk id="13" creationId="{9B7AD9F6-8CE7-4299-8FC6-328F4DCD3FF9}"/>
          </ac:spMkLst>
        </pc:spChg>
        <pc:spChg chg="del">
          <ac:chgData name="Dey, Sumon Kanti" userId="S::sdey26@emory.edu::d0b991bf-8a4d-4f4f-a0b7-8f19f709817b" providerId="AD" clId="Web-{5619B1A8-3B10-7B29-491B-6D89614072F6}" dt="2025-03-26T18:47:10.225" v="0"/>
          <ac:spMkLst>
            <pc:docMk/>
            <pc:sldMk cId="0" sldId="256"/>
            <ac:spMk id="15" creationId="{F49775AF-8896-43EE-92C6-83497D6DC56F}"/>
          </ac:spMkLst>
        </pc:spChg>
        <pc:picChg chg="del">
          <ac:chgData name="Dey, Sumon Kanti" userId="S::sdey26@emory.edu::d0b991bf-8a4d-4f4f-a0b7-8f19f709817b" providerId="AD" clId="Web-{5619B1A8-3B10-7B29-491B-6D89614072F6}" dt="2025-03-26T18:47:17.819" v="1"/>
          <ac:picMkLst>
            <pc:docMk/>
            <pc:sldMk cId="0" sldId="256"/>
            <ac:picMk id="14" creationId="{E5A988A8-84AB-DDCF-DA82-0AA3C6C0C387}"/>
          </ac:picMkLst>
        </pc:picChg>
      </pc:sldChg>
      <pc:sldChg chg="addSp delSp modSp mod modClrScheme delDesignElem chgLayout">
        <pc:chgData name="Dey, Sumon Kanti" userId="S::sdey26@emory.edu::d0b991bf-8a4d-4f4f-a0b7-8f19f709817b" providerId="AD" clId="Web-{5619B1A8-3B10-7B29-491B-6D89614072F6}" dt="2025-03-26T18:59:02.885" v="114" actId="20577"/>
        <pc:sldMkLst>
          <pc:docMk/>
          <pc:sldMk cId="0" sldId="257"/>
        </pc:sldMkLst>
        <pc:spChg chg="mod ord">
          <ac:chgData name="Dey, Sumon Kanti" userId="S::sdey26@emory.edu::d0b991bf-8a4d-4f4f-a0b7-8f19f709817b" providerId="AD" clId="Web-{5619B1A8-3B10-7B29-491B-6D89614072F6}" dt="2025-03-26T18:58:49.510" v="109" actId="2057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9:02.885" v="114" actId="20577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7"/>
            <ac:spMk id="21" creationId="{2C61293E-6EBE-43EF-A52C-9BEBFD7679D4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7"/>
            <ac:spMk id="23" creationId="{21540236-BFD5-4A9D-8840-4703E7F76825}"/>
          </ac:spMkLst>
        </pc:spChg>
        <pc:picChg chg="del">
          <ac:chgData name="Dey, Sumon Kanti" userId="S::sdey26@emory.edu::d0b991bf-8a4d-4f4f-a0b7-8f19f709817b" providerId="AD" clId="Web-{5619B1A8-3B10-7B29-491B-6D89614072F6}" dt="2025-03-26T18:56:04.537" v="102"/>
          <ac:picMkLst>
            <pc:docMk/>
            <pc:sldMk cId="0" sldId="257"/>
            <ac:picMk id="22" creationId="{F8C0ECA0-96A3-21C3-5861-87C485CC4B44}"/>
          </ac:picMkLst>
        </pc:picChg>
      </pc:sldChg>
      <pc:sldChg chg="addSp delSp modSp mod modClrScheme delDesignElem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0" sldId="258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8"/>
            <ac:spMk id="9" creationId="{2C61293E-6EBE-43EF-A52C-9BEBFD7679D4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8"/>
            <ac:spMk id="11" creationId="{21540236-BFD5-4A9D-8840-4703E7F76825}"/>
          </ac:spMkLst>
        </pc:spChg>
      </pc:sldChg>
      <pc:sldChg chg="modSp mod modClrScheme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0" sldId="259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59"/>
            <ac:spMk id="2" creationId="{00000000-0000-0000-0000-000000000000}"/>
          </ac:spMkLst>
        </pc:spChg>
        <pc:graphicFrameChg chg="mod ord">
          <ac:chgData name="Dey, Sumon Kanti" userId="S::sdey26@emory.edu::d0b991bf-8a4d-4f4f-a0b7-8f19f709817b" providerId="AD" clId="Web-{5619B1A8-3B10-7B29-491B-6D89614072F6}" dt="2025-03-26T18:50:44.591" v="19"/>
          <ac:graphicFrameMkLst>
            <pc:docMk/>
            <pc:sldMk cId="0" sldId="259"/>
            <ac:graphicFrameMk id="13" creationId="{DADEEA8F-3BC7-8015-909C-210A0845832B}"/>
          </ac:graphicFrameMkLst>
        </pc:graphicFrameChg>
      </pc:sldChg>
      <pc:sldChg chg="modSp mod modClrScheme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0" sldId="260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0"/>
            <ac:spMk id="2" creationId="{00000000-0000-0000-0000-000000000000}"/>
          </ac:spMkLst>
        </pc:spChg>
        <pc:graphicFrameChg chg="mod ord">
          <ac:chgData name="Dey, Sumon Kanti" userId="S::sdey26@emory.edu::d0b991bf-8a4d-4f4f-a0b7-8f19f709817b" providerId="AD" clId="Web-{5619B1A8-3B10-7B29-491B-6D89614072F6}" dt="2025-03-26T18:50:44.591" v="19"/>
          <ac:graphicFrameMkLst>
            <pc:docMk/>
            <pc:sldMk cId="0" sldId="260"/>
            <ac:graphicFrameMk id="5" creationId="{1FEFB9CF-A142-0382-27FD-7F0DEC2B76CE}"/>
          </ac:graphicFrameMkLst>
        </pc:graphicFrameChg>
      </pc:sldChg>
      <pc:sldChg chg="addSp delSp modSp mod modClrScheme delDesignElem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0" sldId="261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1"/>
            <ac:spMk id="44" creationId="{665DBBEF-238B-476B-96AB-8AAC3224ECEA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1"/>
            <ac:spMk id="45" creationId="{3FCFB1DE-0B7E-48CC-BA90-B2AB0889F9D6}"/>
          </ac:spMkLst>
        </pc:spChg>
        <pc:graphicFrameChg chg="mod ord">
          <ac:chgData name="Dey, Sumon Kanti" userId="S::sdey26@emory.edu::d0b991bf-8a4d-4f4f-a0b7-8f19f709817b" providerId="AD" clId="Web-{5619B1A8-3B10-7B29-491B-6D89614072F6}" dt="2025-03-26T18:50:44.591" v="19"/>
          <ac:graphicFrameMkLst>
            <pc:docMk/>
            <pc:sldMk cId="0" sldId="261"/>
            <ac:graphicFrameMk id="18" creationId="{4C917277-E90D-8838-A6B6-D8BB5C50AF71}"/>
          </ac:graphicFrameMkLst>
        </pc:graphicFrameChg>
      </pc:sldChg>
      <pc:sldChg chg="addSp delSp modSp mod modClrScheme delDesignElem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0" sldId="262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2"/>
            <ac:spMk id="26" creationId="{B6CDA21F-E7AF-4C75-8395-33F58D5B0E45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0" sldId="262"/>
            <ac:spMk id="33" creationId="{D5B0017B-2ECA-49AF-B397-DC140825DF8D}"/>
          </ac:spMkLst>
        </pc:spChg>
        <pc:grpChg chg="add del">
          <ac:chgData name="Dey, Sumon Kanti" userId="S::sdey26@emory.edu::d0b991bf-8a4d-4f4f-a0b7-8f19f709817b" providerId="AD" clId="Web-{5619B1A8-3B10-7B29-491B-6D89614072F6}" dt="2025-03-26T18:50:44.591" v="19"/>
          <ac:grpSpMkLst>
            <pc:docMk/>
            <pc:sldMk cId="0" sldId="262"/>
            <ac:grpSpMk id="28" creationId="{AE1C45F0-260A-458C-96ED-C1F6D2151219}"/>
          </ac:grpSpMkLst>
        </pc:grpChg>
        <pc:cxnChg chg="add del">
          <ac:chgData name="Dey, Sumon Kanti" userId="S::sdey26@emory.edu::d0b991bf-8a4d-4f4f-a0b7-8f19f709817b" providerId="AD" clId="Web-{5619B1A8-3B10-7B29-491B-6D89614072F6}" dt="2025-03-26T18:50:44.591" v="19"/>
          <ac:cxnSpMkLst>
            <pc:docMk/>
            <pc:sldMk cId="0" sldId="262"/>
            <ac:cxnSpMk id="35" creationId="{6CF1BAF6-AD41-4082-B212-8A1F9A2E8779}"/>
          </ac:cxnSpMkLst>
        </pc:cxnChg>
      </pc:sldChg>
      <pc:sldChg chg="addSp delSp modSp mod modClrScheme delDesignElem chgLayout">
        <pc:chgData name="Dey, Sumon Kanti" userId="S::sdey26@emory.edu::d0b991bf-8a4d-4f4f-a0b7-8f19f709817b" providerId="AD" clId="Web-{5619B1A8-3B10-7B29-491B-6D89614072F6}" dt="2025-03-26T18:50:44.591" v="19"/>
        <pc:sldMkLst>
          <pc:docMk/>
          <pc:sldMk cId="3797522119" sldId="263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3797522119" sldId="263"/>
            <ac:spMk id="2" creationId="{0EB853F5-13EA-F176-B96A-8CF001ABD0AB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3797522119" sldId="263"/>
            <ac:spMk id="3" creationId="{0995436B-DEFC-2611-B42F-38B4B018547F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3797522119" sldId="263"/>
            <ac:spMk id="26" creationId="{B6CDA21F-E7AF-4C75-8395-33F58D5B0E45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3797522119" sldId="263"/>
            <ac:spMk id="33" creationId="{D5B0017B-2ECA-49AF-B397-DC140825DF8D}"/>
          </ac:spMkLst>
        </pc:spChg>
        <pc:grpChg chg="add del">
          <ac:chgData name="Dey, Sumon Kanti" userId="S::sdey26@emory.edu::d0b991bf-8a4d-4f4f-a0b7-8f19f709817b" providerId="AD" clId="Web-{5619B1A8-3B10-7B29-491B-6D89614072F6}" dt="2025-03-26T18:50:44.591" v="19"/>
          <ac:grpSpMkLst>
            <pc:docMk/>
            <pc:sldMk cId="3797522119" sldId="263"/>
            <ac:grpSpMk id="28" creationId="{AE1C45F0-260A-458C-96ED-C1F6D2151219}"/>
          </ac:grpSpMkLst>
        </pc:grpChg>
        <pc:cxnChg chg="add del">
          <ac:chgData name="Dey, Sumon Kanti" userId="S::sdey26@emory.edu::d0b991bf-8a4d-4f4f-a0b7-8f19f709817b" providerId="AD" clId="Web-{5619B1A8-3B10-7B29-491B-6D89614072F6}" dt="2025-03-26T18:50:44.591" v="19"/>
          <ac:cxnSpMkLst>
            <pc:docMk/>
            <pc:sldMk cId="3797522119" sldId="263"/>
            <ac:cxnSpMk id="35" creationId="{6CF1BAF6-AD41-4082-B212-8A1F9A2E8779}"/>
          </ac:cxnSpMkLst>
        </pc:cxnChg>
      </pc:sldChg>
      <pc:sldChg chg="modSp add del mod modClrScheme chgLayout">
        <pc:chgData name="Dey, Sumon Kanti" userId="S::sdey26@emory.edu::d0b991bf-8a4d-4f4f-a0b7-8f19f709817b" providerId="AD" clId="Web-{5619B1A8-3B10-7B29-491B-6D89614072F6}" dt="2025-03-26T18:54:37.628" v="101"/>
        <pc:sldMkLst>
          <pc:docMk/>
          <pc:sldMk cId="4180180526" sldId="264"/>
        </pc:sldMkLst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4180180526" sldId="264"/>
            <ac:spMk id="86" creationId="{00000000-0000-0000-0000-000000000000}"/>
          </ac:spMkLst>
        </pc:spChg>
        <pc:spChg chg="mod ord">
          <ac:chgData name="Dey, Sumon Kanti" userId="S::sdey26@emory.edu::d0b991bf-8a4d-4f4f-a0b7-8f19f709817b" providerId="AD" clId="Web-{5619B1A8-3B10-7B29-491B-6D89614072F6}" dt="2025-03-26T18:50:44.591" v="19"/>
          <ac:spMkLst>
            <pc:docMk/>
            <pc:sldMk cId="4180180526" sldId="264"/>
            <ac:spMk id="87" creationId="{00000000-0000-0000-0000-000000000000}"/>
          </ac:spMkLst>
        </pc:spChg>
      </pc:sldChg>
      <pc:sldChg chg="delSp modSp new">
        <pc:chgData name="Dey, Sumon Kanti" userId="S::sdey26@emory.edu::d0b991bf-8a4d-4f4f-a0b7-8f19f709817b" providerId="AD" clId="Web-{5619B1A8-3B10-7B29-491B-6D89614072F6}" dt="2025-03-26T18:58:07.118" v="105" actId="14100"/>
        <pc:sldMkLst>
          <pc:docMk/>
          <pc:sldMk cId="1701787540" sldId="265"/>
        </pc:sldMkLst>
        <pc:spChg chg="mod">
          <ac:chgData name="Dey, Sumon Kanti" userId="S::sdey26@emory.edu::d0b991bf-8a4d-4f4f-a0b7-8f19f709817b" providerId="AD" clId="Web-{5619B1A8-3B10-7B29-491B-6D89614072F6}" dt="2025-03-26T18:58:07.118" v="105" actId="14100"/>
          <ac:spMkLst>
            <pc:docMk/>
            <pc:sldMk cId="1701787540" sldId="265"/>
            <ac:spMk id="2" creationId="{ECF34468-3E39-76F0-E4CA-824FAFB78DFE}"/>
          </ac:spMkLst>
        </pc:spChg>
        <pc:spChg chg="del mod">
          <ac:chgData name="Dey, Sumon Kanti" userId="S::sdey26@emory.edu::d0b991bf-8a4d-4f4f-a0b7-8f19f709817b" providerId="AD" clId="Web-{5619B1A8-3B10-7B29-491B-6D89614072F6}" dt="2025-03-26T18:52:36.343" v="66"/>
          <ac:spMkLst>
            <pc:docMk/>
            <pc:sldMk cId="1701787540" sldId="265"/>
            <ac:spMk id="3" creationId="{2BEE2E8F-C045-62C3-A874-F7F16473C8A7}"/>
          </ac:spMkLst>
        </pc:spChg>
      </pc:sldChg>
      <pc:sldChg chg="addSp delSp modSp add replId">
        <pc:chgData name="Dey, Sumon Kanti" userId="S::sdey26@emory.edu::d0b991bf-8a4d-4f4f-a0b7-8f19f709817b" providerId="AD" clId="Web-{5619B1A8-3B10-7B29-491B-6D89614072F6}" dt="2025-03-26T19:04:33.206" v="174" actId="14100"/>
        <pc:sldMkLst>
          <pc:docMk/>
          <pc:sldMk cId="1408337101" sldId="266"/>
        </pc:sldMkLst>
        <pc:spChg chg="mod">
          <ac:chgData name="Dey, Sumon Kanti" userId="S::sdey26@emory.edu::d0b991bf-8a4d-4f4f-a0b7-8f19f709817b" providerId="AD" clId="Web-{5619B1A8-3B10-7B29-491B-6D89614072F6}" dt="2025-03-26T18:58:57.400" v="113" actId="20577"/>
          <ac:spMkLst>
            <pc:docMk/>
            <pc:sldMk cId="1408337101" sldId="266"/>
            <ac:spMk id="2" creationId="{66BA2047-3F32-8334-AA01-6DDC8BDC757B}"/>
          </ac:spMkLst>
        </pc:spChg>
        <pc:spChg chg="add del">
          <ac:chgData name="Dey, Sumon Kanti" userId="S::sdey26@emory.edu::d0b991bf-8a4d-4f4f-a0b7-8f19f709817b" providerId="AD" clId="Web-{5619B1A8-3B10-7B29-491B-6D89614072F6}" dt="2025-03-26T18:59:09.604" v="116"/>
          <ac:spMkLst>
            <pc:docMk/>
            <pc:sldMk cId="1408337101" sldId="266"/>
            <ac:spMk id="3" creationId="{10910334-8C1E-46CE-F2F5-89F071E0EA0D}"/>
          </ac:spMkLst>
        </pc:spChg>
        <pc:spChg chg="add mod">
          <ac:chgData name="Dey, Sumon Kanti" userId="S::sdey26@emory.edu::d0b991bf-8a4d-4f4f-a0b7-8f19f709817b" providerId="AD" clId="Web-{5619B1A8-3B10-7B29-491B-6D89614072F6}" dt="2025-03-26T18:59:34.464" v="127" actId="1076"/>
          <ac:spMkLst>
            <pc:docMk/>
            <pc:sldMk cId="1408337101" sldId="266"/>
            <ac:spMk id="4" creationId="{90608F2E-D2F0-4A88-ECB0-DDEF017AA489}"/>
          </ac:spMkLst>
        </pc:spChg>
        <pc:spChg chg="add mod">
          <ac:chgData name="Dey, Sumon Kanti" userId="S::sdey26@emory.edu::d0b991bf-8a4d-4f4f-a0b7-8f19f709817b" providerId="AD" clId="Web-{5619B1A8-3B10-7B29-491B-6D89614072F6}" dt="2025-03-26T19:04:33.206" v="174" actId="14100"/>
          <ac:spMkLst>
            <pc:docMk/>
            <pc:sldMk cId="1408337101" sldId="266"/>
            <ac:spMk id="5" creationId="{AE0A1801-A79A-7941-447A-78EB11603859}"/>
          </ac:spMkLst>
        </pc:spChg>
        <pc:spChg chg="add del">
          <ac:chgData name="Dey, Sumon Kanti" userId="S::sdey26@emory.edu::d0b991bf-8a4d-4f4f-a0b7-8f19f709817b" providerId="AD" clId="Web-{5619B1A8-3B10-7B29-491B-6D89614072F6}" dt="2025-03-26T19:00:58.732" v="137"/>
          <ac:spMkLst>
            <pc:docMk/>
            <pc:sldMk cId="1408337101" sldId="266"/>
            <ac:spMk id="6" creationId="{CEB5F9AC-8EB1-69E4-3A4D-AFE422261244}"/>
          </ac:spMkLst>
        </pc:spChg>
      </pc:sldChg>
      <pc:sldMasterChg chg="add del addSldLayout delSldLayout">
        <pc:chgData name="Dey, Sumon Kanti" userId="S::sdey26@emory.edu::d0b991bf-8a4d-4f4f-a0b7-8f19f709817b" providerId="AD" clId="Web-{5619B1A8-3B10-7B29-491B-6D89614072F6}" dt="2025-03-26T18:50:44.591" v="19"/>
        <pc:sldMasterMkLst>
          <pc:docMk/>
          <pc:sldMasterMk cId="0" sldId="2147483659"/>
        </pc:sldMasterMkLst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0" sldId="2147483659"/>
            <pc:sldLayoutMk cId="0" sldId="2147483648"/>
          </pc:sldLayoutMkLst>
        </pc:sldLayoutChg>
      </pc:sldMasterChg>
      <pc:sldMasterChg chg="add del replId addSldLayout delSldLayout modSldLayout">
        <pc:chgData name="Dey, Sumon Kanti" userId="S::sdey26@emory.edu::d0b991bf-8a4d-4f4f-a0b7-8f19f709817b" providerId="AD" clId="Web-{5619B1A8-3B10-7B29-491B-6D89614072F6}" dt="2025-03-26T18:50:44.591" v="19"/>
        <pc:sldMasterMkLst>
          <pc:docMk/>
          <pc:sldMasterMk cId="2209977519" sldId="2147483661"/>
        </pc:sldMasterMkLst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3168075583" sldId="2147483649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2614314258" sldId="2147483650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960648375" sldId="2147483651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2782244947" sldId="2147483652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990158736" sldId="2147483653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727027711" sldId="2147483654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1212999818" sldId="2147483655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1840726560" sldId="2147483656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3889236939" sldId="2147483657"/>
          </pc:sldLayoutMkLst>
        </pc:sldLayoutChg>
        <pc:sldLayoutChg chg="add del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2910927964" sldId="2147483658"/>
          </pc:sldLayoutMkLst>
        </pc:sldLayoutChg>
        <pc:sldLayoutChg chg="add del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2209977519" sldId="2147483661"/>
            <pc:sldLayoutMk cId="3612223792" sldId="2147483660"/>
          </pc:sldLayoutMkLst>
        </pc:sldLayoutChg>
      </pc:sldMasterChg>
      <pc:sldMasterChg chg="add del addSldLayout delSldLayout modSldLayout">
        <pc:chgData name="Dey, Sumon Kanti" userId="S::sdey26@emory.edu::d0b991bf-8a4d-4f4f-a0b7-8f19f709817b" providerId="AD" clId="Web-{5619B1A8-3B10-7B29-491B-6D89614072F6}" dt="2025-03-26T18:50:44.591" v="19"/>
        <pc:sldMasterMkLst>
          <pc:docMk/>
          <pc:sldMasterMk cId="1525075611" sldId="2147483662"/>
        </pc:sldMasterMkLst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3357278946" sldId="2147483663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3979947887" sldId="2147483664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436845325" sldId="2147483665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415710448" sldId="2147483666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2977663113" sldId="2147483667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4031780137" sldId="2147483668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2750325510" sldId="2147483669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2116790984" sldId="2147483670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228831727" sldId="2147483671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3976849453" sldId="2147483672"/>
          </pc:sldLayoutMkLst>
        </pc:sldLayoutChg>
        <pc:sldLayoutChg chg="add del mod replId">
          <pc:chgData name="Dey, Sumon Kanti" userId="S::sdey26@emory.edu::d0b991bf-8a4d-4f4f-a0b7-8f19f709817b" providerId="AD" clId="Web-{5619B1A8-3B10-7B29-491B-6D89614072F6}" dt="2025-03-26T18:50:44.591" v="19"/>
          <pc:sldLayoutMkLst>
            <pc:docMk/>
            <pc:sldMasterMk cId="1525075611" sldId="2147483662"/>
            <pc:sldLayoutMk cId="32425517" sldId="2147483673"/>
          </pc:sldLayoutMkLst>
        </pc:sldLayoutChg>
      </pc:sldMasterChg>
    </pc:docChg>
  </pc:docChgLst>
  <pc:docChgLst>
    <pc:chgData name="Panchumarthi, Lovely Yeswanth" userId="S::lpanch2@emory.edu::81da301a-62f0-49d3-9049-9743b9f2d4ea" providerId="AD" clId="Web-{628DDF3F-7AFE-9BBC-0B03-502687501AF5}"/>
    <pc:docChg chg="modSld">
      <pc:chgData name="Panchumarthi, Lovely Yeswanth" userId="S::lpanch2@emory.edu::81da301a-62f0-49d3-9049-9743b9f2d4ea" providerId="AD" clId="Web-{628DDF3F-7AFE-9BBC-0B03-502687501AF5}" dt="2025-03-27T15:44:16.266" v="24" actId="20577"/>
      <pc:docMkLst>
        <pc:docMk/>
      </pc:docMkLst>
      <pc:sldChg chg="modSp">
        <pc:chgData name="Panchumarthi, Lovely Yeswanth" userId="S::lpanch2@emory.edu::81da301a-62f0-49d3-9049-9743b9f2d4ea" providerId="AD" clId="Web-{628DDF3F-7AFE-9BBC-0B03-502687501AF5}" dt="2025-03-27T15:44:16.266" v="24" actId="20577"/>
        <pc:sldMkLst>
          <pc:docMk/>
          <pc:sldMk cId="3766541810" sldId="270"/>
        </pc:sldMkLst>
        <pc:spChg chg="mod">
          <ac:chgData name="Panchumarthi, Lovely Yeswanth" userId="S::lpanch2@emory.edu::81da301a-62f0-49d3-9049-9743b9f2d4ea" providerId="AD" clId="Web-{628DDF3F-7AFE-9BBC-0B03-502687501AF5}" dt="2025-03-27T15:44:16.266" v="24" actId="20577"/>
          <ac:spMkLst>
            <pc:docMk/>
            <pc:sldMk cId="3766541810" sldId="270"/>
            <ac:spMk id="14" creationId="{B0C609F0-5C3C-0474-763D-47FA0BA91237}"/>
          </ac:spMkLst>
        </pc:spChg>
      </pc:sldChg>
    </pc:docChg>
  </pc:docChgLst>
  <pc:docChgLst>
    <pc:chgData name="Dey, Sumon Kanti" userId="S::sdey26@emory.edu::d0b991bf-8a4d-4f4f-a0b7-8f19f709817b" providerId="AD" clId="Web-{C13FCB55-5FC5-3BE8-2C0B-57EB97201869}"/>
    <pc:docChg chg="addSld delSld modSld sldOrd">
      <pc:chgData name="Dey, Sumon Kanti" userId="S::sdey26@emory.edu::d0b991bf-8a4d-4f4f-a0b7-8f19f709817b" providerId="AD" clId="Web-{C13FCB55-5FC5-3BE8-2C0B-57EB97201869}" dt="2025-03-27T15:44:22.274" v="433" actId="20577"/>
      <pc:docMkLst>
        <pc:docMk/>
      </pc:docMkLst>
      <pc:sldChg chg="modSp">
        <pc:chgData name="Dey, Sumon Kanti" userId="S::sdey26@emory.edu::d0b991bf-8a4d-4f4f-a0b7-8f19f709817b" providerId="AD" clId="Web-{C13FCB55-5FC5-3BE8-2C0B-57EB97201869}" dt="2025-03-27T04:05:49.565" v="151" actId="20577"/>
        <pc:sldMkLst>
          <pc:docMk/>
          <pc:sldMk cId="1408337101" sldId="266"/>
        </pc:sldMkLst>
        <pc:spChg chg="mod">
          <ac:chgData name="Dey, Sumon Kanti" userId="S::sdey26@emory.edu::d0b991bf-8a4d-4f4f-a0b7-8f19f709817b" providerId="AD" clId="Web-{C13FCB55-5FC5-3BE8-2C0B-57EB97201869}" dt="2025-03-27T04:05:49.565" v="151" actId="20577"/>
          <ac:spMkLst>
            <pc:docMk/>
            <pc:sldMk cId="1408337101" sldId="266"/>
            <ac:spMk id="4" creationId="{90608F2E-D2F0-4A88-ECB0-DDEF017AA489}"/>
          </ac:spMkLst>
        </pc:spChg>
      </pc:sldChg>
      <pc:sldChg chg="modSp">
        <pc:chgData name="Dey, Sumon Kanti" userId="S::sdey26@emory.edu::d0b991bf-8a4d-4f4f-a0b7-8f19f709817b" providerId="AD" clId="Web-{C13FCB55-5FC5-3BE8-2C0B-57EB97201869}" dt="2025-03-27T04:14:19.393" v="177" actId="20577"/>
        <pc:sldMkLst>
          <pc:docMk/>
          <pc:sldMk cId="3540260860" sldId="267"/>
        </pc:sldMkLst>
        <pc:spChg chg="mod">
          <ac:chgData name="Dey, Sumon Kanti" userId="S::sdey26@emory.edu::d0b991bf-8a4d-4f4f-a0b7-8f19f709817b" providerId="AD" clId="Web-{C13FCB55-5FC5-3BE8-2C0B-57EB97201869}" dt="2025-03-27T04:14:19.393" v="177" actId="20577"/>
          <ac:spMkLst>
            <pc:docMk/>
            <pc:sldMk cId="3540260860" sldId="267"/>
            <ac:spMk id="3" creationId="{16B5C5A0-A677-2E7E-538B-5421CE9B554D}"/>
          </ac:spMkLst>
        </pc:spChg>
        <pc:spChg chg="mod">
          <ac:chgData name="Dey, Sumon Kanti" userId="S::sdey26@emory.edu::d0b991bf-8a4d-4f4f-a0b7-8f19f709817b" providerId="AD" clId="Web-{C13FCB55-5FC5-3BE8-2C0B-57EB97201869}" dt="2025-03-27T04:13:59.939" v="175" actId="1076"/>
          <ac:spMkLst>
            <pc:docMk/>
            <pc:sldMk cId="3540260860" sldId="267"/>
            <ac:spMk id="15" creationId="{448A59B8-E8E0-B6B6-145B-D11DB8C2AAF8}"/>
          </ac:spMkLst>
        </pc:spChg>
        <pc:picChg chg="mod">
          <ac:chgData name="Dey, Sumon Kanti" userId="S::sdey26@emory.edu::d0b991bf-8a4d-4f4f-a0b7-8f19f709817b" providerId="AD" clId="Web-{C13FCB55-5FC5-3BE8-2C0B-57EB97201869}" dt="2025-03-27T04:13:27.938" v="174" actId="1076"/>
          <ac:picMkLst>
            <pc:docMk/>
            <pc:sldMk cId="3540260860" sldId="267"/>
            <ac:picMk id="13" creationId="{16F2F797-881B-FD87-6A86-2C0F45DE8F6C}"/>
          </ac:picMkLst>
        </pc:picChg>
      </pc:sldChg>
      <pc:sldChg chg="modSp">
        <pc:chgData name="Dey, Sumon Kanti" userId="S::sdey26@emory.edu::d0b991bf-8a4d-4f4f-a0b7-8f19f709817b" providerId="AD" clId="Web-{C13FCB55-5FC5-3BE8-2C0B-57EB97201869}" dt="2025-03-27T15:44:22.274" v="433" actId="20577"/>
        <pc:sldMkLst>
          <pc:docMk/>
          <pc:sldMk cId="3766541810" sldId="270"/>
        </pc:sldMkLst>
        <pc:spChg chg="mod">
          <ac:chgData name="Dey, Sumon Kanti" userId="S::sdey26@emory.edu::d0b991bf-8a4d-4f4f-a0b7-8f19f709817b" providerId="AD" clId="Web-{C13FCB55-5FC5-3BE8-2C0B-57EB97201869}" dt="2025-03-27T15:44:14.727" v="422" actId="20577"/>
          <ac:spMkLst>
            <pc:docMk/>
            <pc:sldMk cId="3766541810" sldId="270"/>
            <ac:spMk id="6" creationId="{3B7DB089-7810-683A-C598-7FB45B9E04B6}"/>
          </ac:spMkLst>
        </pc:spChg>
        <pc:spChg chg="mod">
          <ac:chgData name="Dey, Sumon Kanti" userId="S::sdey26@emory.edu::d0b991bf-8a4d-4f4f-a0b7-8f19f709817b" providerId="AD" clId="Web-{C13FCB55-5FC5-3BE8-2C0B-57EB97201869}" dt="2025-03-27T15:44:22.274" v="433" actId="20577"/>
          <ac:spMkLst>
            <pc:docMk/>
            <pc:sldMk cId="3766541810" sldId="270"/>
            <ac:spMk id="13" creationId="{83043AC9-0F68-C677-639C-8E725C8B1BBD}"/>
          </ac:spMkLst>
        </pc:spChg>
      </pc:sldChg>
      <pc:sldChg chg="addSp modSp">
        <pc:chgData name="Dey, Sumon Kanti" userId="S::sdey26@emory.edu::d0b991bf-8a4d-4f4f-a0b7-8f19f709817b" providerId="AD" clId="Web-{C13FCB55-5FC5-3BE8-2C0B-57EB97201869}" dt="2025-03-27T04:47:16.882" v="394" actId="20577"/>
        <pc:sldMkLst>
          <pc:docMk/>
          <pc:sldMk cId="1263914383" sldId="271"/>
        </pc:sldMkLst>
        <pc:spChg chg="add mod">
          <ac:chgData name="Dey, Sumon Kanti" userId="S::sdey26@emory.edu::d0b991bf-8a4d-4f4f-a0b7-8f19f709817b" providerId="AD" clId="Web-{C13FCB55-5FC5-3BE8-2C0B-57EB97201869}" dt="2025-03-27T04:47:16.882" v="394" actId="20577"/>
          <ac:spMkLst>
            <pc:docMk/>
            <pc:sldMk cId="1263914383" sldId="271"/>
            <ac:spMk id="2" creationId="{C0A0D738-6CEB-9B95-56C9-4A5568D135A4}"/>
          </ac:spMkLst>
        </pc:spChg>
      </pc:sldChg>
      <pc:sldChg chg="mod modShow">
        <pc:chgData name="Dey, Sumon Kanti" userId="S::sdey26@emory.edu::d0b991bf-8a4d-4f4f-a0b7-8f19f709817b" providerId="AD" clId="Web-{C13FCB55-5FC5-3BE8-2C0B-57EB97201869}" dt="2025-03-27T04:51:15.481" v="397"/>
        <pc:sldMkLst>
          <pc:docMk/>
          <pc:sldMk cId="3470984378" sldId="272"/>
        </pc:sldMkLst>
      </pc:sldChg>
      <pc:sldChg chg="mod ord modShow">
        <pc:chgData name="Dey, Sumon Kanti" userId="S::sdey26@emory.edu::d0b991bf-8a4d-4f4f-a0b7-8f19f709817b" providerId="AD" clId="Web-{C13FCB55-5FC5-3BE8-2C0B-57EB97201869}" dt="2025-03-27T14:14:42.385" v="403"/>
        <pc:sldMkLst>
          <pc:docMk/>
          <pc:sldMk cId="4228532970" sldId="274"/>
        </pc:sldMkLst>
      </pc:sldChg>
      <pc:sldChg chg="del mod modShow">
        <pc:chgData name="Dey, Sumon Kanti" userId="S::sdey26@emory.edu::d0b991bf-8a4d-4f4f-a0b7-8f19f709817b" providerId="AD" clId="Web-{C13FCB55-5FC5-3BE8-2C0B-57EB97201869}" dt="2025-03-27T04:15:57.504" v="183"/>
        <pc:sldMkLst>
          <pc:docMk/>
          <pc:sldMk cId="1227293199" sldId="276"/>
        </pc:sldMkLst>
      </pc:sldChg>
      <pc:sldChg chg="mod modShow">
        <pc:chgData name="Dey, Sumon Kanti" userId="S::sdey26@emory.edu::d0b991bf-8a4d-4f4f-a0b7-8f19f709817b" providerId="AD" clId="Web-{C13FCB55-5FC5-3BE8-2C0B-57EB97201869}" dt="2025-03-27T04:15:08.050" v="181"/>
        <pc:sldMkLst>
          <pc:docMk/>
          <pc:sldMk cId="4154194807" sldId="277"/>
        </pc:sldMkLst>
      </pc:sldChg>
      <pc:sldChg chg="del mod modShow">
        <pc:chgData name="Dey, Sumon Kanti" userId="S::sdey26@emory.edu::d0b991bf-8a4d-4f4f-a0b7-8f19f709817b" providerId="AD" clId="Web-{C13FCB55-5FC5-3BE8-2C0B-57EB97201869}" dt="2025-03-27T04:15:51.348" v="182"/>
        <pc:sldMkLst>
          <pc:docMk/>
          <pc:sldMk cId="4188965022" sldId="278"/>
        </pc:sldMkLst>
      </pc:sldChg>
      <pc:sldChg chg="modSp">
        <pc:chgData name="Dey, Sumon Kanti" userId="S::sdey26@emory.edu::d0b991bf-8a4d-4f4f-a0b7-8f19f709817b" providerId="AD" clId="Web-{C13FCB55-5FC5-3BE8-2C0B-57EB97201869}" dt="2025-03-27T04:14:39.081" v="180" actId="20577"/>
        <pc:sldMkLst>
          <pc:docMk/>
          <pc:sldMk cId="278311178" sldId="279"/>
        </pc:sldMkLst>
        <pc:spChg chg="mod">
          <ac:chgData name="Dey, Sumon Kanti" userId="S::sdey26@emory.edu::d0b991bf-8a4d-4f4f-a0b7-8f19f709817b" providerId="AD" clId="Web-{C13FCB55-5FC5-3BE8-2C0B-57EB97201869}" dt="2025-03-27T04:14:39.081" v="180" actId="20577"/>
          <ac:spMkLst>
            <pc:docMk/>
            <pc:sldMk cId="278311178" sldId="279"/>
            <ac:spMk id="13" creationId="{9C5725B7-59F8-748F-49A7-A60244A33ED8}"/>
          </ac:spMkLst>
        </pc:spChg>
      </pc:sldChg>
      <pc:sldChg chg="modSp">
        <pc:chgData name="Dey, Sumon Kanti" userId="S::sdey26@emory.edu::d0b991bf-8a4d-4f4f-a0b7-8f19f709817b" providerId="AD" clId="Web-{C13FCB55-5FC5-3BE8-2C0B-57EB97201869}" dt="2025-03-27T04:49:23.682" v="396" actId="20577"/>
        <pc:sldMkLst>
          <pc:docMk/>
          <pc:sldMk cId="735264327" sldId="280"/>
        </pc:sldMkLst>
        <pc:spChg chg="mod">
          <ac:chgData name="Dey, Sumon Kanti" userId="S::sdey26@emory.edu::d0b991bf-8a4d-4f4f-a0b7-8f19f709817b" providerId="AD" clId="Web-{C13FCB55-5FC5-3BE8-2C0B-57EB97201869}" dt="2025-03-27T04:49:23.682" v="396" actId="20577"/>
          <ac:spMkLst>
            <pc:docMk/>
            <pc:sldMk cId="735264327" sldId="280"/>
            <ac:spMk id="32" creationId="{7E24F54C-86BD-6260-0D0A-E5BF1EF9E897}"/>
          </ac:spMkLst>
        </pc:spChg>
      </pc:sldChg>
      <pc:sldChg chg="modSp add del replId">
        <pc:chgData name="Dey, Sumon Kanti" userId="S::sdey26@emory.edu::d0b991bf-8a4d-4f4f-a0b7-8f19f709817b" providerId="AD" clId="Web-{C13FCB55-5FC5-3BE8-2C0B-57EB97201869}" dt="2025-03-27T04:21:05.466" v="191"/>
        <pc:sldMkLst>
          <pc:docMk/>
          <pc:sldMk cId="1475584851" sldId="282"/>
        </pc:sldMkLst>
        <pc:spChg chg="mod">
          <ac:chgData name="Dey, Sumon Kanti" userId="S::sdey26@emory.edu::d0b991bf-8a4d-4f4f-a0b7-8f19f709817b" providerId="AD" clId="Web-{C13FCB55-5FC5-3BE8-2C0B-57EB97201869}" dt="2025-03-27T04:21:00.341" v="190" actId="20577"/>
          <ac:spMkLst>
            <pc:docMk/>
            <pc:sldMk cId="1475584851" sldId="282"/>
            <ac:spMk id="32" creationId="{FB551960-CE1F-6AF3-3444-F343DFCBF225}"/>
          </ac:spMkLst>
        </pc:spChg>
      </pc:sldChg>
    </pc:docChg>
  </pc:docChgLst>
  <pc:docChgLst>
    <pc:chgData name="Panchumarthi, Lovely Yeswanth" userId="S::lpanch2@emory.edu::81da301a-62f0-49d3-9049-9743b9f2d4ea" providerId="AD" clId="Web-{0C82CA9B-D696-A06E-86AF-3A0E62912672}"/>
    <pc:docChg chg="addSld delSld modSld">
      <pc:chgData name="Panchumarthi, Lovely Yeswanth" userId="S::lpanch2@emory.edu::81da301a-62f0-49d3-9049-9743b9f2d4ea" providerId="AD" clId="Web-{0C82CA9B-D696-A06E-86AF-3A0E62912672}" dt="2025-03-27T05:47:46.248" v="67" actId="20577"/>
      <pc:docMkLst>
        <pc:docMk/>
      </pc:docMkLst>
      <pc:sldChg chg="modSp add del">
        <pc:chgData name="Panchumarthi, Lovely Yeswanth" userId="S::lpanch2@emory.edu::81da301a-62f0-49d3-9049-9743b9f2d4ea" providerId="AD" clId="Web-{0C82CA9B-D696-A06E-86AF-3A0E62912672}" dt="2025-03-27T05:47:46.248" v="67" actId="20577"/>
        <pc:sldMkLst>
          <pc:docMk/>
          <pc:sldMk cId="1263914383" sldId="271"/>
        </pc:sldMkLst>
        <pc:spChg chg="mod">
          <ac:chgData name="Panchumarthi, Lovely Yeswanth" userId="S::lpanch2@emory.edu::81da301a-62f0-49d3-9049-9743b9f2d4ea" providerId="AD" clId="Web-{0C82CA9B-D696-A06E-86AF-3A0E62912672}" dt="2025-03-27T05:47:46.248" v="67" actId="20577"/>
          <ac:spMkLst>
            <pc:docMk/>
            <pc:sldMk cId="1263914383" sldId="271"/>
            <ac:spMk id="2" creationId="{C0A0D738-6CEB-9B95-56C9-4A5568D135A4}"/>
          </ac:spMkLst>
        </pc:spChg>
        <pc:spChg chg="mod">
          <ac:chgData name="Panchumarthi, Lovely Yeswanth" userId="S::lpanch2@emory.edu::81da301a-62f0-49d3-9049-9743b9f2d4ea" providerId="AD" clId="Web-{0C82CA9B-D696-A06E-86AF-3A0E62912672}" dt="2025-03-27T04:44:24.773" v="1" actId="20577"/>
          <ac:spMkLst>
            <pc:docMk/>
            <pc:sldMk cId="1263914383" sldId="271"/>
            <ac:spMk id="6" creationId="{A81C9911-238E-5246-C175-481C306CCAAD}"/>
          </ac:spMkLst>
        </pc:spChg>
      </pc:sldChg>
      <pc:sldChg chg="del">
        <pc:chgData name="Panchumarthi, Lovely Yeswanth" userId="S::lpanch2@emory.edu::81da301a-62f0-49d3-9049-9743b9f2d4ea" providerId="AD" clId="Web-{0C82CA9B-D696-A06E-86AF-3A0E62912672}" dt="2025-03-27T04:44:32.460" v="2"/>
        <pc:sldMkLst>
          <pc:docMk/>
          <pc:sldMk cId="4088861326" sldId="281"/>
        </pc:sldMkLst>
      </pc:sldChg>
    </pc:docChg>
  </pc:docChgLst>
  <pc:docChgLst>
    <pc:chgData name="Dey, Sumon Kanti" userId="S::sdey26@emory.edu::d0b991bf-8a4d-4f4f-a0b7-8f19f709817b" providerId="AD" clId="Web-{BD1257EB-3D45-E1B9-80D3-A71D26115777}"/>
    <pc:docChg chg="addSld modSld sldOrd">
      <pc:chgData name="Dey, Sumon Kanti" userId="S::sdey26@emory.edu::d0b991bf-8a4d-4f4f-a0b7-8f19f709817b" providerId="AD" clId="Web-{BD1257EB-3D45-E1B9-80D3-A71D26115777}" dt="2025-03-27T02:50:21.099" v="297"/>
      <pc:docMkLst>
        <pc:docMk/>
      </pc:docMkLst>
      <pc:sldChg chg="modSp">
        <pc:chgData name="Dey, Sumon Kanti" userId="S::sdey26@emory.edu::d0b991bf-8a4d-4f4f-a0b7-8f19f709817b" providerId="AD" clId="Web-{BD1257EB-3D45-E1B9-80D3-A71D26115777}" dt="2025-03-27T02:50:21.099" v="297"/>
        <pc:sldMkLst>
          <pc:docMk/>
          <pc:sldMk cId="3540260860" sldId="267"/>
        </pc:sldMkLst>
        <pc:spChg chg="mod">
          <ac:chgData name="Dey, Sumon Kanti" userId="S::sdey26@emory.edu::d0b991bf-8a4d-4f4f-a0b7-8f19f709817b" providerId="AD" clId="Web-{BD1257EB-3D45-E1B9-80D3-A71D26115777}" dt="2025-03-27T02:45:38.226" v="292" actId="20577"/>
          <ac:spMkLst>
            <pc:docMk/>
            <pc:sldMk cId="3540260860" sldId="267"/>
            <ac:spMk id="2" creationId="{0D634EEF-D16A-6E50-B63A-D720761D7DF2}"/>
          </ac:spMkLst>
        </pc:spChg>
        <pc:spChg chg="mod">
          <ac:chgData name="Dey, Sumon Kanti" userId="S::sdey26@emory.edu::d0b991bf-8a4d-4f4f-a0b7-8f19f709817b" providerId="AD" clId="Web-{BD1257EB-3D45-E1B9-80D3-A71D26115777}" dt="2025-03-27T02:50:21.099" v="297"/>
          <ac:spMkLst>
            <pc:docMk/>
            <pc:sldMk cId="3540260860" sldId="267"/>
            <ac:spMk id="7" creationId="{4AA1BBDA-4F2D-6A72-A2AA-F920F1520304}"/>
          </ac:spMkLst>
        </pc:spChg>
        <pc:spChg chg="mod">
          <ac:chgData name="Dey, Sumon Kanti" userId="S::sdey26@emory.edu::d0b991bf-8a4d-4f4f-a0b7-8f19f709817b" providerId="AD" clId="Web-{BD1257EB-3D45-E1B9-80D3-A71D26115777}" dt="2025-03-27T02:50:19.630" v="296"/>
          <ac:spMkLst>
            <pc:docMk/>
            <pc:sldMk cId="3540260860" sldId="267"/>
            <ac:spMk id="8" creationId="{93387F9D-814F-ED84-41C9-BB0CEAD5D949}"/>
          </ac:spMkLst>
        </pc:spChg>
      </pc:sldChg>
      <pc:sldChg chg="addSp delSp modSp mod modShow">
        <pc:chgData name="Dey, Sumon Kanti" userId="S::sdey26@emory.edu::d0b991bf-8a4d-4f4f-a0b7-8f19f709817b" providerId="AD" clId="Web-{BD1257EB-3D45-E1B9-80D3-A71D26115777}" dt="2025-03-27T02:35:57.417" v="240"/>
        <pc:sldMkLst>
          <pc:docMk/>
          <pc:sldMk cId="3751751116" sldId="268"/>
        </pc:sldMkLst>
        <pc:spChg chg="add del mod">
          <ac:chgData name="Dey, Sumon Kanti" userId="S::sdey26@emory.edu::d0b991bf-8a4d-4f4f-a0b7-8f19f709817b" providerId="AD" clId="Web-{BD1257EB-3D45-E1B9-80D3-A71D26115777}" dt="2025-03-27T02:33:27.879" v="189"/>
          <ac:spMkLst>
            <pc:docMk/>
            <pc:sldMk cId="3751751116" sldId="268"/>
            <ac:spMk id="28" creationId="{253299A6-DCB9-31BE-6D28-CD243BF0E730}"/>
          </ac:spMkLst>
        </pc:spChg>
        <pc:graphicFrameChg chg="add del">
          <ac:chgData name="Dey, Sumon Kanti" userId="S::sdey26@emory.edu::d0b991bf-8a4d-4f4f-a0b7-8f19f709817b" providerId="AD" clId="Web-{BD1257EB-3D45-E1B9-80D3-A71D26115777}" dt="2025-03-27T02:33:27.879" v="189"/>
          <ac:graphicFrameMkLst>
            <pc:docMk/>
            <pc:sldMk cId="3751751116" sldId="268"/>
            <ac:graphicFrameMk id="13" creationId="{98C27A96-BF89-85F3-1092-7667B4B5A6D4}"/>
          </ac:graphicFrameMkLst>
        </pc:graphicFrameChg>
      </pc:sldChg>
      <pc:sldChg chg="modSp">
        <pc:chgData name="Dey, Sumon Kanti" userId="S::sdey26@emory.edu::d0b991bf-8a4d-4f4f-a0b7-8f19f709817b" providerId="AD" clId="Web-{BD1257EB-3D45-E1B9-80D3-A71D26115777}" dt="2025-03-27T02:39:30.021" v="276" actId="20577"/>
        <pc:sldMkLst>
          <pc:docMk/>
          <pc:sldMk cId="1458081689" sldId="269"/>
        </pc:sldMkLst>
        <pc:graphicFrameChg chg="modGraphic">
          <ac:chgData name="Dey, Sumon Kanti" userId="S::sdey26@emory.edu::d0b991bf-8a4d-4f4f-a0b7-8f19f709817b" providerId="AD" clId="Web-{BD1257EB-3D45-E1B9-80D3-A71D26115777}" dt="2025-03-27T02:39:30.021" v="276" actId="20577"/>
          <ac:graphicFrameMkLst>
            <pc:docMk/>
            <pc:sldMk cId="1458081689" sldId="269"/>
            <ac:graphicFrameMk id="16" creationId="{83579921-228A-2C06-DDB0-A080F48A0E97}"/>
          </ac:graphicFrameMkLst>
        </pc:graphicFrameChg>
      </pc:sldChg>
      <pc:sldChg chg="modSp">
        <pc:chgData name="Dey, Sumon Kanti" userId="S::sdey26@emory.edu::d0b991bf-8a4d-4f4f-a0b7-8f19f709817b" providerId="AD" clId="Web-{BD1257EB-3D45-E1B9-80D3-A71D26115777}" dt="2025-03-27T02:42:44.718" v="286" actId="20577"/>
        <pc:sldMkLst>
          <pc:docMk/>
          <pc:sldMk cId="1263914383" sldId="271"/>
        </pc:sldMkLst>
        <pc:spChg chg="mod">
          <ac:chgData name="Dey, Sumon Kanti" userId="S::sdey26@emory.edu::d0b991bf-8a4d-4f4f-a0b7-8f19f709817b" providerId="AD" clId="Web-{BD1257EB-3D45-E1B9-80D3-A71D26115777}" dt="2025-03-27T02:42:44.718" v="286" actId="20577"/>
          <ac:spMkLst>
            <pc:docMk/>
            <pc:sldMk cId="1263914383" sldId="271"/>
            <ac:spMk id="6" creationId="{A81C9911-238E-5246-C175-481C306CCAAD}"/>
          </ac:spMkLst>
        </pc:spChg>
      </pc:sldChg>
      <pc:sldChg chg="modSp">
        <pc:chgData name="Dey, Sumon Kanti" userId="S::sdey26@emory.edu::d0b991bf-8a4d-4f4f-a0b7-8f19f709817b" providerId="AD" clId="Web-{BD1257EB-3D45-E1B9-80D3-A71D26115777}" dt="2025-03-27T02:45:00.927" v="287" actId="20577"/>
        <pc:sldMkLst>
          <pc:docMk/>
          <pc:sldMk cId="1845389455" sldId="273"/>
        </pc:sldMkLst>
        <pc:spChg chg="mod">
          <ac:chgData name="Dey, Sumon Kanti" userId="S::sdey26@emory.edu::d0b991bf-8a4d-4f4f-a0b7-8f19f709817b" providerId="AD" clId="Web-{BD1257EB-3D45-E1B9-80D3-A71D26115777}" dt="2025-03-27T02:45:00.927" v="287" actId="20577"/>
          <ac:spMkLst>
            <pc:docMk/>
            <pc:sldMk cId="1845389455" sldId="273"/>
            <ac:spMk id="3" creationId="{30CCCC31-905B-D9F0-8316-5F2776FF8E84}"/>
          </ac:spMkLst>
        </pc:spChg>
      </pc:sldChg>
      <pc:sldChg chg="modSp">
        <pc:chgData name="Dey, Sumon Kanti" userId="S::sdey26@emory.edu::d0b991bf-8a4d-4f4f-a0b7-8f19f709817b" providerId="AD" clId="Web-{BD1257EB-3D45-E1B9-80D3-A71D26115777}" dt="2025-03-27T02:45:43.383" v="293" actId="20577"/>
        <pc:sldMkLst>
          <pc:docMk/>
          <pc:sldMk cId="4228532970" sldId="274"/>
        </pc:sldMkLst>
        <pc:spChg chg="mod">
          <ac:chgData name="Dey, Sumon Kanti" userId="S::sdey26@emory.edu::d0b991bf-8a4d-4f4f-a0b7-8f19f709817b" providerId="AD" clId="Web-{BD1257EB-3D45-E1B9-80D3-A71D26115777}" dt="2025-03-27T02:45:43.383" v="293" actId="20577"/>
          <ac:spMkLst>
            <pc:docMk/>
            <pc:sldMk cId="4228532970" sldId="274"/>
            <ac:spMk id="2" creationId="{486979F8-A8F7-A154-5E7A-1C534E38E6A4}"/>
          </ac:spMkLst>
        </pc:spChg>
      </pc:sldChg>
      <pc:sldChg chg="modSp ord">
        <pc:chgData name="Dey, Sumon Kanti" userId="S::sdey26@emory.edu::d0b991bf-8a4d-4f4f-a0b7-8f19f709817b" providerId="AD" clId="Web-{BD1257EB-3D45-E1B9-80D3-A71D26115777}" dt="2025-03-27T02:45:31.351" v="291" actId="20577"/>
        <pc:sldMkLst>
          <pc:docMk/>
          <pc:sldMk cId="1227293199" sldId="276"/>
        </pc:sldMkLst>
        <pc:spChg chg="mod">
          <ac:chgData name="Dey, Sumon Kanti" userId="S::sdey26@emory.edu::d0b991bf-8a4d-4f4f-a0b7-8f19f709817b" providerId="AD" clId="Web-{BD1257EB-3D45-E1B9-80D3-A71D26115777}" dt="2025-03-27T02:45:31.351" v="291" actId="20577"/>
          <ac:spMkLst>
            <pc:docMk/>
            <pc:sldMk cId="1227293199" sldId="276"/>
            <ac:spMk id="2" creationId="{E2A09EE6-55A5-CBC5-E34D-CC08F8483995}"/>
          </ac:spMkLst>
        </pc:spChg>
      </pc:sldChg>
      <pc:sldChg chg="modSp">
        <pc:chgData name="Dey, Sumon Kanti" userId="S::sdey26@emory.edu::d0b991bf-8a4d-4f4f-a0b7-8f19f709817b" providerId="AD" clId="Web-{BD1257EB-3D45-E1B9-80D3-A71D26115777}" dt="2025-03-27T02:45:20.819" v="289" actId="20577"/>
        <pc:sldMkLst>
          <pc:docMk/>
          <pc:sldMk cId="4154194807" sldId="277"/>
        </pc:sldMkLst>
        <pc:spChg chg="mod">
          <ac:chgData name="Dey, Sumon Kanti" userId="S::sdey26@emory.edu::d0b991bf-8a4d-4f4f-a0b7-8f19f709817b" providerId="AD" clId="Web-{BD1257EB-3D45-E1B9-80D3-A71D26115777}" dt="2025-03-27T02:45:20.819" v="289" actId="20577"/>
          <ac:spMkLst>
            <pc:docMk/>
            <pc:sldMk cId="4154194807" sldId="277"/>
            <ac:spMk id="2" creationId="{138C3160-F42C-18BF-5BD6-2ACBF3EE1341}"/>
          </ac:spMkLst>
        </pc:spChg>
      </pc:sldChg>
      <pc:sldChg chg="addSp delSp modSp add replId">
        <pc:chgData name="Dey, Sumon Kanti" userId="S::sdey26@emory.edu::d0b991bf-8a4d-4f4f-a0b7-8f19f709817b" providerId="AD" clId="Web-{BD1257EB-3D45-E1B9-80D3-A71D26115777}" dt="2025-03-27T02:26:21.344" v="186" actId="20577"/>
        <pc:sldMkLst>
          <pc:docMk/>
          <pc:sldMk cId="4188965022" sldId="278"/>
        </pc:sldMkLst>
        <pc:spChg chg="mod">
          <ac:chgData name="Dey, Sumon Kanti" userId="S::sdey26@emory.edu::d0b991bf-8a4d-4f4f-a0b7-8f19f709817b" providerId="AD" clId="Web-{BD1257EB-3D45-E1B9-80D3-A71D26115777}" dt="2025-03-27T02:25:17.059" v="68" actId="20577"/>
          <ac:spMkLst>
            <pc:docMk/>
            <pc:sldMk cId="4188965022" sldId="278"/>
            <ac:spMk id="2" creationId="{1E395989-21FC-82C6-147C-2BF3A57B1022}"/>
          </ac:spMkLst>
        </pc:spChg>
        <pc:spChg chg="add del mod">
          <ac:chgData name="Dey, Sumon Kanti" userId="S::sdey26@emory.edu::d0b991bf-8a4d-4f4f-a0b7-8f19f709817b" providerId="AD" clId="Web-{BD1257EB-3D45-E1B9-80D3-A71D26115777}" dt="2025-03-27T02:26:21.344" v="186" actId="20577"/>
          <ac:spMkLst>
            <pc:docMk/>
            <pc:sldMk cId="4188965022" sldId="278"/>
            <ac:spMk id="4" creationId="{ED60BDBA-EFF2-0F44-3F19-CAB2784EF7B6}"/>
          </ac:spMkLst>
        </pc:spChg>
      </pc:sldChg>
      <pc:sldChg chg="modSp add ord replId">
        <pc:chgData name="Dey, Sumon Kanti" userId="S::sdey26@emory.edu::d0b991bf-8a4d-4f4f-a0b7-8f19f709817b" providerId="AD" clId="Web-{BD1257EB-3D45-E1B9-80D3-A71D26115777}" dt="2025-03-27T02:45:25.679" v="290" actId="20577"/>
        <pc:sldMkLst>
          <pc:docMk/>
          <pc:sldMk cId="278311178" sldId="279"/>
        </pc:sldMkLst>
        <pc:spChg chg="mod">
          <ac:chgData name="Dey, Sumon Kanti" userId="S::sdey26@emory.edu::d0b991bf-8a4d-4f4f-a0b7-8f19f709817b" providerId="AD" clId="Web-{BD1257EB-3D45-E1B9-80D3-A71D26115777}" dt="2025-03-27T02:45:25.679" v="290" actId="20577"/>
          <ac:spMkLst>
            <pc:docMk/>
            <pc:sldMk cId="278311178" sldId="279"/>
            <ac:spMk id="2" creationId="{D8A104EA-2294-C5AC-ACE0-F70FB5DB6C9B}"/>
          </ac:spMkLst>
        </pc:spChg>
        <pc:spChg chg="mod">
          <ac:chgData name="Dey, Sumon Kanti" userId="S::sdey26@emory.edu::d0b991bf-8a4d-4f4f-a0b7-8f19f709817b" providerId="AD" clId="Web-{BD1257EB-3D45-E1B9-80D3-A71D26115777}" dt="2025-03-27T02:34:31.695" v="226" actId="20577"/>
          <ac:spMkLst>
            <pc:docMk/>
            <pc:sldMk cId="278311178" sldId="279"/>
            <ac:spMk id="3" creationId="{E40416B8-D528-56A7-33E3-05CEAD302551}"/>
          </ac:spMkLst>
        </pc:spChg>
        <pc:spChg chg="mod">
          <ac:chgData name="Dey, Sumon Kanti" userId="S::sdey26@emory.edu::d0b991bf-8a4d-4f4f-a0b7-8f19f709817b" providerId="AD" clId="Web-{BD1257EB-3D45-E1B9-80D3-A71D26115777}" dt="2025-03-27T02:37:42.454" v="244" actId="20577"/>
          <ac:spMkLst>
            <pc:docMk/>
            <pc:sldMk cId="278311178" sldId="279"/>
            <ac:spMk id="6" creationId="{17A996D6-C8F8-5765-68D0-D5D8BD58825C}"/>
          </ac:spMkLst>
        </pc:spChg>
      </pc:sldChg>
    </pc:docChg>
  </pc:docChgLst>
  <pc:docChgLst>
    <pc:chgData name="Panchumarthi, Lovely Yeswanth" userId="S::lpanch2@emory.edu::81da301a-62f0-49d3-9049-9743b9f2d4ea" providerId="AD" clId="Web-{6C3662AD-6B34-E47E-F629-41390B5FE3C8}"/>
    <pc:docChg chg="modSld">
      <pc:chgData name="Panchumarthi, Lovely Yeswanth" userId="S::lpanch2@emory.edu::81da301a-62f0-49d3-9049-9743b9f2d4ea" providerId="AD" clId="Web-{6C3662AD-6B34-E47E-F629-41390B5FE3C8}" dt="2025-03-27T04:32:10.873" v="29" actId="20577"/>
      <pc:docMkLst>
        <pc:docMk/>
      </pc:docMkLst>
      <pc:sldChg chg="mod modShow">
        <pc:chgData name="Panchumarthi, Lovely Yeswanth" userId="S::lpanch2@emory.edu::81da301a-62f0-49d3-9049-9743b9f2d4ea" providerId="AD" clId="Web-{6C3662AD-6B34-E47E-F629-41390B5FE3C8}" dt="2025-03-27T04:31:52.122" v="27"/>
        <pc:sldMkLst>
          <pc:docMk/>
          <pc:sldMk cId="4154194807" sldId="277"/>
        </pc:sldMkLst>
      </pc:sldChg>
      <pc:sldChg chg="modSp">
        <pc:chgData name="Panchumarthi, Lovely Yeswanth" userId="S::lpanch2@emory.edu::81da301a-62f0-49d3-9049-9743b9f2d4ea" providerId="AD" clId="Web-{6C3662AD-6B34-E47E-F629-41390B5FE3C8}" dt="2025-03-27T04:32:10.873" v="29" actId="20577"/>
        <pc:sldMkLst>
          <pc:docMk/>
          <pc:sldMk cId="735264327" sldId="280"/>
        </pc:sldMkLst>
        <pc:spChg chg="mod">
          <ac:chgData name="Panchumarthi, Lovely Yeswanth" userId="S::lpanch2@emory.edu::81da301a-62f0-49d3-9049-9743b9f2d4ea" providerId="AD" clId="Web-{6C3662AD-6B34-E47E-F629-41390B5FE3C8}" dt="2025-03-27T04:32:10.873" v="29" actId="20577"/>
          <ac:spMkLst>
            <pc:docMk/>
            <pc:sldMk cId="735264327" sldId="280"/>
            <ac:spMk id="32" creationId="{7E24F54C-86BD-6260-0D0A-E5BF1EF9E897}"/>
          </ac:spMkLst>
        </pc:spChg>
      </pc:sldChg>
      <pc:sldChg chg="mod modShow">
        <pc:chgData name="Panchumarthi, Lovely Yeswanth" userId="S::lpanch2@emory.edu::81da301a-62f0-49d3-9049-9743b9f2d4ea" providerId="AD" clId="Web-{6C3662AD-6B34-E47E-F629-41390B5FE3C8}" dt="2025-03-27T04:21:10.222" v="0"/>
        <pc:sldMkLst>
          <pc:docMk/>
          <pc:sldMk cId="4088861326" sldId="281"/>
        </pc:sldMkLst>
      </pc:sldChg>
    </pc:docChg>
  </pc:docChgLst>
  <pc:docChgLst>
    <pc:chgData name="Panchumarthi, Lovely Yeswanth" userId="S::lpanch2@emory.edu::81da301a-62f0-49d3-9049-9743b9f2d4ea" providerId="AD" clId="Web-{EA554798-3B4E-B354-5A98-7EF34B26AB09}"/>
    <pc:docChg chg="modSld">
      <pc:chgData name="Panchumarthi, Lovely Yeswanth" userId="S::lpanch2@emory.edu::81da301a-62f0-49d3-9049-9743b9f2d4ea" providerId="AD" clId="Web-{EA554798-3B4E-B354-5A98-7EF34B26AB09}" dt="2025-03-27T02:32:06.638" v="22" actId="20577"/>
      <pc:docMkLst>
        <pc:docMk/>
      </pc:docMkLst>
      <pc:sldChg chg="modSp">
        <pc:chgData name="Panchumarthi, Lovely Yeswanth" userId="S::lpanch2@emory.edu::81da301a-62f0-49d3-9049-9743b9f2d4ea" providerId="AD" clId="Web-{EA554798-3B4E-B354-5A98-7EF34B26AB09}" dt="2025-03-27T02:15:05.635" v="18" actId="20577"/>
        <pc:sldMkLst>
          <pc:docMk/>
          <pc:sldMk cId="1701787540" sldId="265"/>
        </pc:sldMkLst>
        <pc:spChg chg="mod">
          <ac:chgData name="Panchumarthi, Lovely Yeswanth" userId="S::lpanch2@emory.edu::81da301a-62f0-49d3-9049-9743b9f2d4ea" providerId="AD" clId="Web-{EA554798-3B4E-B354-5A98-7EF34B26AB09}" dt="2025-03-27T02:15:05.635" v="18" actId="20577"/>
          <ac:spMkLst>
            <pc:docMk/>
            <pc:sldMk cId="1701787540" sldId="265"/>
            <ac:spMk id="2" creationId="{ECF34468-3E39-76F0-E4CA-824FAFB78DFE}"/>
          </ac:spMkLst>
        </pc:spChg>
      </pc:sldChg>
      <pc:sldChg chg="modSp">
        <pc:chgData name="Panchumarthi, Lovely Yeswanth" userId="S::lpanch2@emory.edu::81da301a-62f0-49d3-9049-9743b9f2d4ea" providerId="AD" clId="Web-{EA554798-3B4E-B354-5A98-7EF34B26AB09}" dt="2025-03-27T02:32:06.638" v="22" actId="20577"/>
        <pc:sldMkLst>
          <pc:docMk/>
          <pc:sldMk cId="1227293199" sldId="276"/>
        </pc:sldMkLst>
        <pc:spChg chg="mod">
          <ac:chgData name="Panchumarthi, Lovely Yeswanth" userId="S::lpanch2@emory.edu::81da301a-62f0-49d3-9049-9743b9f2d4ea" providerId="AD" clId="Web-{EA554798-3B4E-B354-5A98-7EF34B26AB09}" dt="2025-03-27T02:31:28.496" v="19" actId="1076"/>
          <ac:spMkLst>
            <pc:docMk/>
            <pc:sldMk cId="1227293199" sldId="276"/>
            <ac:spMk id="3" creationId="{E17DA57E-7FC1-0CD9-9004-BED1D60FD0BD}"/>
          </ac:spMkLst>
        </pc:spChg>
        <pc:spChg chg="mod">
          <ac:chgData name="Panchumarthi, Lovely Yeswanth" userId="S::lpanch2@emory.edu::81da301a-62f0-49d3-9049-9743b9f2d4ea" providerId="AD" clId="Web-{EA554798-3B4E-B354-5A98-7EF34B26AB09}" dt="2025-03-27T02:32:06.638" v="22" actId="20577"/>
          <ac:spMkLst>
            <pc:docMk/>
            <pc:sldMk cId="1227293199" sldId="276"/>
            <ac:spMk id="6" creationId="{B382BF59-08A1-6451-44F6-DF9E1CE14E55}"/>
          </ac:spMkLst>
        </pc:spChg>
      </pc:sldChg>
    </pc:docChg>
  </pc:docChgLst>
  <pc:docChgLst>
    <pc:chgData name="Hassannia, Mohammad Sina" userId="S::mhasann@emory.edu::e31ae476-97a3-4c8a-9ab2-c74a0d1a08bb" providerId="AD" clId="Web-{B495EAEA-C503-0E71-B5F3-5991AFE86F1B}"/>
    <pc:docChg chg="modSld">
      <pc:chgData name="Hassannia, Mohammad Sina" userId="S::mhasann@emory.edu::e31ae476-97a3-4c8a-9ab2-c74a0d1a08bb" providerId="AD" clId="Web-{B495EAEA-C503-0E71-B5F3-5991AFE86F1B}" dt="2025-03-27T06:00:45.050" v="10" actId="20577"/>
      <pc:docMkLst>
        <pc:docMk/>
      </pc:docMkLst>
      <pc:sldChg chg="modSp">
        <pc:chgData name="Hassannia, Mohammad Sina" userId="S::mhasann@emory.edu::e31ae476-97a3-4c8a-9ab2-c74a0d1a08bb" providerId="AD" clId="Web-{B495EAEA-C503-0E71-B5F3-5991AFE86F1B}" dt="2025-03-27T06:00:45.050" v="10" actId="20577"/>
        <pc:sldMkLst>
          <pc:docMk/>
          <pc:sldMk cId="3766541810" sldId="270"/>
        </pc:sldMkLst>
        <pc:spChg chg="mod">
          <ac:chgData name="Hassannia, Mohammad Sina" userId="S::mhasann@emory.edu::e31ae476-97a3-4c8a-9ab2-c74a0d1a08bb" providerId="AD" clId="Web-{B495EAEA-C503-0E71-B5F3-5991AFE86F1B}" dt="2025-03-27T06:00:16.674" v="5" actId="20577"/>
          <ac:spMkLst>
            <pc:docMk/>
            <pc:sldMk cId="3766541810" sldId="270"/>
            <ac:spMk id="6" creationId="{3B7DB089-7810-683A-C598-7FB45B9E04B6}"/>
          </ac:spMkLst>
        </pc:spChg>
        <pc:spChg chg="mod">
          <ac:chgData name="Hassannia, Mohammad Sina" userId="S::mhasann@emory.edu::e31ae476-97a3-4c8a-9ab2-c74a0d1a08bb" providerId="AD" clId="Web-{B495EAEA-C503-0E71-B5F3-5991AFE86F1B}" dt="2025-03-27T06:00:45.050" v="10" actId="20577"/>
          <ac:spMkLst>
            <pc:docMk/>
            <pc:sldMk cId="3766541810" sldId="270"/>
            <ac:spMk id="14" creationId="{B0C609F0-5C3C-0474-763D-47FA0BA91237}"/>
          </ac:spMkLst>
        </pc:spChg>
      </pc:sldChg>
    </pc:docChg>
  </pc:docChgLst>
  <pc:docChgLst>
    <pc:chgData name="Panchumarthi, Lovely Yeswanth" userId="S::lpanch2@emory.edu::81da301a-62f0-49d3-9049-9743b9f2d4ea" providerId="AD" clId="Web-{A33D371E-4EA0-A151-1A22-2A5950A6072E}"/>
    <pc:docChg chg="addSld modSld sldOrd">
      <pc:chgData name="Panchumarthi, Lovely Yeswanth" userId="S::lpanch2@emory.edu::81da301a-62f0-49d3-9049-9743b9f2d4ea" providerId="AD" clId="Web-{A33D371E-4EA0-A151-1A22-2A5950A6072E}" dt="2025-03-27T03:58:00.257" v="146" actId="20577"/>
      <pc:docMkLst>
        <pc:docMk/>
      </pc:docMkLst>
      <pc:sldChg chg="mod modShow">
        <pc:chgData name="Panchumarthi, Lovely Yeswanth" userId="S::lpanch2@emory.edu::81da301a-62f0-49d3-9049-9743b9f2d4ea" providerId="AD" clId="Web-{A33D371E-4EA0-A151-1A22-2A5950A6072E}" dt="2025-03-27T03:30:17.325" v="60"/>
        <pc:sldMkLst>
          <pc:docMk/>
          <pc:sldMk cId="1458081689" sldId="269"/>
        </pc:sldMkLst>
      </pc:sldChg>
      <pc:sldChg chg="modSp ord">
        <pc:chgData name="Panchumarthi, Lovely Yeswanth" userId="S::lpanch2@emory.edu::81da301a-62f0-49d3-9049-9743b9f2d4ea" providerId="AD" clId="Web-{A33D371E-4EA0-A151-1A22-2A5950A6072E}" dt="2025-03-27T03:44:34.299" v="121"/>
        <pc:sldMkLst>
          <pc:docMk/>
          <pc:sldMk cId="3766541810" sldId="270"/>
        </pc:sldMkLst>
        <pc:spChg chg="mod">
          <ac:chgData name="Panchumarthi, Lovely Yeswanth" userId="S::lpanch2@emory.edu::81da301a-62f0-49d3-9049-9743b9f2d4ea" providerId="AD" clId="Web-{A33D371E-4EA0-A151-1A22-2A5950A6072E}" dt="2025-03-27T03:30:40.200" v="62" actId="1076"/>
          <ac:spMkLst>
            <pc:docMk/>
            <pc:sldMk cId="3766541810" sldId="270"/>
            <ac:spMk id="6" creationId="{3B7DB089-7810-683A-C598-7FB45B9E04B6}"/>
          </ac:spMkLst>
        </pc:spChg>
        <pc:spChg chg="mod">
          <ac:chgData name="Panchumarthi, Lovely Yeswanth" userId="S::lpanch2@emory.edu::81da301a-62f0-49d3-9049-9743b9f2d4ea" providerId="AD" clId="Web-{A33D371E-4EA0-A151-1A22-2A5950A6072E}" dt="2025-03-27T03:30:44.747" v="63" actId="1076"/>
          <ac:spMkLst>
            <pc:docMk/>
            <pc:sldMk cId="3766541810" sldId="270"/>
            <ac:spMk id="14" creationId="{B0C609F0-5C3C-0474-763D-47FA0BA91237}"/>
          </ac:spMkLst>
        </pc:spChg>
      </pc:sldChg>
      <pc:sldChg chg="modSp">
        <pc:chgData name="Panchumarthi, Lovely Yeswanth" userId="S::lpanch2@emory.edu::81da301a-62f0-49d3-9049-9743b9f2d4ea" providerId="AD" clId="Web-{A33D371E-4EA0-A151-1A22-2A5950A6072E}" dt="2025-03-27T03:43:00.969" v="119" actId="20577"/>
        <pc:sldMkLst>
          <pc:docMk/>
          <pc:sldMk cId="1263914383" sldId="271"/>
        </pc:sldMkLst>
        <pc:spChg chg="mod">
          <ac:chgData name="Panchumarthi, Lovely Yeswanth" userId="S::lpanch2@emory.edu::81da301a-62f0-49d3-9049-9743b9f2d4ea" providerId="AD" clId="Web-{A33D371E-4EA0-A151-1A22-2A5950A6072E}" dt="2025-03-27T03:43:00.969" v="119" actId="20577"/>
          <ac:spMkLst>
            <pc:docMk/>
            <pc:sldMk cId="1263914383" sldId="271"/>
            <ac:spMk id="6" creationId="{A81C9911-238E-5246-C175-481C306CCAAD}"/>
          </ac:spMkLst>
        </pc:spChg>
      </pc:sldChg>
      <pc:sldChg chg="modSp">
        <pc:chgData name="Panchumarthi, Lovely Yeswanth" userId="S::lpanch2@emory.edu::81da301a-62f0-49d3-9049-9743b9f2d4ea" providerId="AD" clId="Web-{A33D371E-4EA0-A151-1A22-2A5950A6072E}" dt="2025-03-27T02:37:25.467" v="4" actId="20577"/>
        <pc:sldMkLst>
          <pc:docMk/>
          <pc:sldMk cId="3470984378" sldId="272"/>
        </pc:sldMkLst>
        <pc:spChg chg="mod">
          <ac:chgData name="Panchumarthi, Lovely Yeswanth" userId="S::lpanch2@emory.edu::81da301a-62f0-49d3-9049-9743b9f2d4ea" providerId="AD" clId="Web-{A33D371E-4EA0-A151-1A22-2A5950A6072E}" dt="2025-03-27T02:37:25.467" v="4" actId="20577"/>
          <ac:spMkLst>
            <pc:docMk/>
            <pc:sldMk cId="3470984378" sldId="272"/>
            <ac:spMk id="3" creationId="{A7C242C8-A700-79B1-8C98-578742F64DA0}"/>
          </ac:spMkLst>
        </pc:spChg>
      </pc:sldChg>
      <pc:sldChg chg="mod modShow">
        <pc:chgData name="Panchumarthi, Lovely Yeswanth" userId="S::lpanch2@emory.edu::81da301a-62f0-49d3-9049-9743b9f2d4ea" providerId="AD" clId="Web-{A33D371E-4EA0-A151-1A22-2A5950A6072E}" dt="2025-03-27T03:55:26.128" v="145"/>
        <pc:sldMkLst>
          <pc:docMk/>
          <pc:sldMk cId="4228532970" sldId="274"/>
        </pc:sldMkLst>
      </pc:sldChg>
      <pc:sldChg chg="modSp mod modShow">
        <pc:chgData name="Panchumarthi, Lovely Yeswanth" userId="S::lpanch2@emory.edu::81da301a-62f0-49d3-9049-9743b9f2d4ea" providerId="AD" clId="Web-{A33D371E-4EA0-A151-1A22-2A5950A6072E}" dt="2025-03-27T03:55:17.488" v="144"/>
        <pc:sldMkLst>
          <pc:docMk/>
          <pc:sldMk cId="4154194807" sldId="277"/>
        </pc:sldMkLst>
        <pc:spChg chg="mod">
          <ac:chgData name="Panchumarthi, Lovely Yeswanth" userId="S::lpanch2@emory.edu::81da301a-62f0-49d3-9049-9743b9f2d4ea" providerId="AD" clId="Web-{A33D371E-4EA0-A151-1A22-2A5950A6072E}" dt="2025-03-27T03:03:33.646" v="35" actId="1076"/>
          <ac:spMkLst>
            <pc:docMk/>
            <pc:sldMk cId="4154194807" sldId="277"/>
            <ac:spMk id="4" creationId="{89487F3D-07B4-DFF2-40D3-4E7FC95148B1}"/>
          </ac:spMkLst>
        </pc:spChg>
      </pc:sldChg>
      <pc:sldChg chg="modSp">
        <pc:chgData name="Panchumarthi, Lovely Yeswanth" userId="S::lpanch2@emory.edu::81da301a-62f0-49d3-9049-9743b9f2d4ea" providerId="AD" clId="Web-{A33D371E-4EA0-A151-1A22-2A5950A6072E}" dt="2025-03-27T02:54:07.351" v="24" actId="20577"/>
        <pc:sldMkLst>
          <pc:docMk/>
          <pc:sldMk cId="278311178" sldId="279"/>
        </pc:sldMkLst>
        <pc:spChg chg="mod">
          <ac:chgData name="Panchumarthi, Lovely Yeswanth" userId="S::lpanch2@emory.edu::81da301a-62f0-49d3-9049-9743b9f2d4ea" providerId="AD" clId="Web-{A33D371E-4EA0-A151-1A22-2A5950A6072E}" dt="2025-03-27T02:54:07.351" v="24" actId="20577"/>
          <ac:spMkLst>
            <pc:docMk/>
            <pc:sldMk cId="278311178" sldId="279"/>
            <ac:spMk id="12" creationId="{94676FCE-B56B-3860-6F34-2F40AF482CC4}"/>
          </ac:spMkLst>
        </pc:spChg>
      </pc:sldChg>
      <pc:sldChg chg="addSp delSp modSp add replId">
        <pc:chgData name="Panchumarthi, Lovely Yeswanth" userId="S::lpanch2@emory.edu::81da301a-62f0-49d3-9049-9743b9f2d4ea" providerId="AD" clId="Web-{A33D371E-4EA0-A151-1A22-2A5950A6072E}" dt="2025-03-27T03:27:32.086" v="59" actId="20577"/>
        <pc:sldMkLst>
          <pc:docMk/>
          <pc:sldMk cId="735264327" sldId="280"/>
        </pc:sldMkLst>
        <pc:spChg chg="add mod">
          <ac:chgData name="Panchumarthi, Lovely Yeswanth" userId="S::lpanch2@emory.edu::81da301a-62f0-49d3-9049-9743b9f2d4ea" providerId="AD" clId="Web-{A33D371E-4EA0-A151-1A22-2A5950A6072E}" dt="2025-03-27T03:27:32.086" v="59" actId="20577"/>
          <ac:spMkLst>
            <pc:docMk/>
            <pc:sldMk cId="735264327" sldId="280"/>
            <ac:spMk id="32" creationId="{7E24F54C-86BD-6260-0D0A-E5BF1EF9E897}"/>
          </ac:spMkLst>
        </pc:spChg>
        <pc:graphicFrameChg chg="del">
          <ac:chgData name="Panchumarthi, Lovely Yeswanth" userId="S::lpanch2@emory.edu::81da301a-62f0-49d3-9049-9743b9f2d4ea" providerId="AD" clId="Web-{A33D371E-4EA0-A151-1A22-2A5950A6072E}" dt="2025-03-27T03:25:33.099" v="39"/>
          <ac:graphicFrameMkLst>
            <pc:docMk/>
            <pc:sldMk cId="735264327" sldId="280"/>
            <ac:graphicFrameMk id="16" creationId="{51032130-C061-BE53-6F90-1D791D2B939A}"/>
          </ac:graphicFrameMkLst>
        </pc:graphicFrameChg>
      </pc:sldChg>
      <pc:sldChg chg="modSp add replId">
        <pc:chgData name="Panchumarthi, Lovely Yeswanth" userId="S::lpanch2@emory.edu::81da301a-62f0-49d3-9049-9743b9f2d4ea" providerId="AD" clId="Web-{A33D371E-4EA0-A151-1A22-2A5950A6072E}" dt="2025-03-27T03:58:00.257" v="146" actId="20577"/>
        <pc:sldMkLst>
          <pc:docMk/>
          <pc:sldMk cId="4088861326" sldId="281"/>
        </pc:sldMkLst>
        <pc:spChg chg="mod">
          <ac:chgData name="Panchumarthi, Lovely Yeswanth" userId="S::lpanch2@emory.edu::81da301a-62f0-49d3-9049-9743b9f2d4ea" providerId="AD" clId="Web-{A33D371E-4EA0-A151-1A22-2A5950A6072E}" dt="2025-03-27T03:58:00.257" v="146" actId="20577"/>
          <ac:spMkLst>
            <pc:docMk/>
            <pc:sldMk cId="4088861326" sldId="281"/>
            <ac:spMk id="6" creationId="{C71442B8-052C-52CA-C28E-40E0056C36E4}"/>
          </ac:spMkLst>
        </pc:spChg>
      </pc:sldChg>
    </pc:docChg>
  </pc:docChgLst>
  <pc:docChgLst>
    <pc:chgData name="Dey, Sumon Kanti" userId="d0b991bf-8a4d-4f4f-a0b7-8f19f709817b" providerId="ADAL" clId="{1A21DAB2-A132-4542-A508-B630B0D958D8}"/>
    <pc:docChg chg="undo custSel addSld delSld modSld delMainMaster modMainMaster modNotesMaster">
      <pc:chgData name="Dey, Sumon Kanti" userId="d0b991bf-8a4d-4f4f-a0b7-8f19f709817b" providerId="ADAL" clId="{1A21DAB2-A132-4542-A508-B630B0D958D8}" dt="2025-03-27T04:18:36.254" v="2296" actId="255"/>
      <pc:docMkLst>
        <pc:docMk/>
      </pc:docMkLst>
      <pc:sldChg chg="modSp del">
        <pc:chgData name="Dey, Sumon Kanti" userId="d0b991bf-8a4d-4f4f-a0b7-8f19f709817b" providerId="ADAL" clId="{1A21DAB2-A132-4542-A508-B630B0D958D8}" dt="2025-03-26T20:26:51.629" v="176" actId="2696"/>
        <pc:sldMkLst>
          <pc:docMk/>
          <pc:sldMk cId="0" sldId="257"/>
        </pc:sld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7"/>
            <ac:spMk id="3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7"/>
            <ac:spMk id="21" creationId="{2C61293E-6EBE-43EF-A52C-9BEBFD7679D4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7"/>
            <ac:spMk id="23" creationId="{21540236-BFD5-4A9D-8840-4703E7F76825}"/>
          </ac:spMkLst>
        </pc:spChg>
      </pc:sldChg>
      <pc:sldChg chg="modSp del">
        <pc:chgData name="Dey, Sumon Kanti" userId="d0b991bf-8a4d-4f4f-a0b7-8f19f709817b" providerId="ADAL" clId="{1A21DAB2-A132-4542-A508-B630B0D958D8}" dt="2025-03-26T20:28:27.926" v="202" actId="2696"/>
        <pc:sldMkLst>
          <pc:docMk/>
          <pc:sldMk cId="0" sldId="258"/>
        </pc:sld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8"/>
            <ac:spMk id="3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8"/>
            <ac:spMk id="9" creationId="{2C61293E-6EBE-43EF-A52C-9BEBFD7679D4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58"/>
            <ac:spMk id="11" creationId="{21540236-BFD5-4A9D-8840-4703E7F76825}"/>
          </ac:spMkLst>
        </pc:spChg>
        <pc:picChg chg="mod">
          <ac:chgData name="Dey, Sumon Kanti" userId="d0b991bf-8a4d-4f4f-a0b7-8f19f709817b" providerId="ADAL" clId="{1A21DAB2-A132-4542-A508-B630B0D958D8}" dt="2025-03-26T19:14:10.579" v="2"/>
          <ac:picMkLst>
            <pc:docMk/>
            <pc:sldMk cId="0" sldId="258"/>
            <ac:picMk id="5" creationId="{DD69A794-14CB-7FDB-D261-E8014E531DBE}"/>
          </ac:picMkLst>
        </pc:picChg>
      </pc:sldChg>
      <pc:sldChg chg="modSp add del">
        <pc:chgData name="Dey, Sumon Kanti" userId="d0b991bf-8a4d-4f4f-a0b7-8f19f709817b" providerId="ADAL" clId="{1A21DAB2-A132-4542-A508-B630B0D958D8}" dt="2025-03-26T20:33:10.115" v="220" actId="2696"/>
        <pc:sldMkLst>
          <pc:docMk/>
          <pc:sldMk cId="0" sldId="259"/>
        </pc:sldMkLst>
        <pc:graphicFrameChg chg="mod">
          <ac:chgData name="Dey, Sumon Kanti" userId="d0b991bf-8a4d-4f4f-a0b7-8f19f709817b" providerId="ADAL" clId="{1A21DAB2-A132-4542-A508-B630B0D958D8}" dt="2025-03-26T19:14:10.579" v="2"/>
          <ac:graphicFrameMkLst>
            <pc:docMk/>
            <pc:sldMk cId="0" sldId="259"/>
            <ac:graphicFrameMk id="13" creationId="{DADEEA8F-3BC7-8015-909C-210A0845832B}"/>
          </ac:graphicFrameMkLst>
        </pc:graphicFrameChg>
      </pc:sldChg>
      <pc:sldChg chg="modSp del mod">
        <pc:chgData name="Dey, Sumon Kanti" userId="d0b991bf-8a4d-4f4f-a0b7-8f19f709817b" providerId="ADAL" clId="{1A21DAB2-A132-4542-A508-B630B0D958D8}" dt="2025-03-26T20:38:14.179" v="237" actId="2696"/>
        <pc:sldMkLst>
          <pc:docMk/>
          <pc:sldMk cId="0" sldId="260"/>
        </pc:sldMkLst>
        <pc:spChg chg="mod">
          <ac:chgData name="Dey, Sumon Kanti" userId="d0b991bf-8a4d-4f4f-a0b7-8f19f709817b" providerId="ADAL" clId="{1A21DAB2-A132-4542-A508-B630B0D958D8}" dt="2025-03-26T20:35:28.415" v="226" actId="1076"/>
          <ac:spMkLst>
            <pc:docMk/>
            <pc:sldMk cId="0" sldId="260"/>
            <ac:spMk id="2" creationId="{00000000-0000-0000-0000-000000000000}"/>
          </ac:spMkLst>
        </pc:spChg>
        <pc:graphicFrameChg chg="mod">
          <ac:chgData name="Dey, Sumon Kanti" userId="d0b991bf-8a4d-4f4f-a0b7-8f19f709817b" providerId="ADAL" clId="{1A21DAB2-A132-4542-A508-B630B0D958D8}" dt="2025-03-26T19:14:10.579" v="2"/>
          <ac:graphicFrameMkLst>
            <pc:docMk/>
            <pc:sldMk cId="0" sldId="260"/>
            <ac:graphicFrameMk id="5" creationId="{1FEFB9CF-A142-0382-27FD-7F0DEC2B76CE}"/>
          </ac:graphicFrameMkLst>
        </pc:graphicFrameChg>
      </pc:sldChg>
      <pc:sldChg chg="modSp del mod modShow">
        <pc:chgData name="Dey, Sumon Kanti" userId="d0b991bf-8a4d-4f4f-a0b7-8f19f709817b" providerId="ADAL" clId="{1A21DAB2-A132-4542-A508-B630B0D958D8}" dt="2025-03-26T20:43:31.158" v="314" actId="2696"/>
        <pc:sldMkLst>
          <pc:docMk/>
          <pc:sldMk cId="0" sldId="261"/>
        </pc:sld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1"/>
            <ac:spMk id="2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1"/>
            <ac:spMk id="44" creationId="{665DBBEF-238B-476B-96AB-8AAC3224ECEA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1"/>
            <ac:spMk id="45" creationId="{3FCFB1DE-0B7E-48CC-BA90-B2AB0889F9D6}"/>
          </ac:spMkLst>
        </pc:spChg>
        <pc:graphicFrameChg chg="mod">
          <ac:chgData name="Dey, Sumon Kanti" userId="d0b991bf-8a4d-4f4f-a0b7-8f19f709817b" providerId="ADAL" clId="{1A21DAB2-A132-4542-A508-B630B0D958D8}" dt="2025-03-26T19:14:10.579" v="2"/>
          <ac:graphicFrameMkLst>
            <pc:docMk/>
            <pc:sldMk cId="0" sldId="261"/>
            <ac:graphicFrameMk id="18" creationId="{4C917277-E90D-8838-A6B6-D8BB5C50AF71}"/>
          </ac:graphicFrameMkLst>
        </pc:graphicFrameChg>
      </pc:sldChg>
      <pc:sldChg chg="modSp del">
        <pc:chgData name="Dey, Sumon Kanti" userId="d0b991bf-8a4d-4f4f-a0b7-8f19f709817b" providerId="ADAL" clId="{1A21DAB2-A132-4542-A508-B630B0D958D8}" dt="2025-03-26T20:44:50.897" v="322" actId="2696"/>
        <pc:sldMkLst>
          <pc:docMk/>
          <pc:sldMk cId="0" sldId="262"/>
        </pc:sld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3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26" creationId="{B6CDA21F-E7AF-4C75-8395-33F58D5B0E45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29" creationId="{A6604B49-AD5C-4590-B051-06C8222ECD99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30" creationId="{743ECCAF-29C5-4537-947C-7EA1292463DB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31" creationId="{ED49787B-8DE6-4467-AD0A-8DECC6E0C2D6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0" sldId="262"/>
            <ac:spMk id="33" creationId="{D5B0017B-2ECA-49AF-B397-DC140825DF8D}"/>
          </ac:spMkLst>
        </pc:spChg>
        <pc:grpChg chg="mod">
          <ac:chgData name="Dey, Sumon Kanti" userId="d0b991bf-8a4d-4f4f-a0b7-8f19f709817b" providerId="ADAL" clId="{1A21DAB2-A132-4542-A508-B630B0D958D8}" dt="2025-03-26T19:14:10.579" v="2"/>
          <ac:grpSpMkLst>
            <pc:docMk/>
            <pc:sldMk cId="0" sldId="262"/>
            <ac:grpSpMk id="28" creationId="{AE1C45F0-260A-458C-96ED-C1F6D2151219}"/>
          </ac:grpSpMkLst>
        </pc:grpChg>
        <pc:cxnChg chg="mod">
          <ac:chgData name="Dey, Sumon Kanti" userId="d0b991bf-8a4d-4f4f-a0b7-8f19f709817b" providerId="ADAL" clId="{1A21DAB2-A132-4542-A508-B630B0D958D8}" dt="2025-03-26T19:14:10.579" v="2"/>
          <ac:cxnSpMkLst>
            <pc:docMk/>
            <pc:sldMk cId="0" sldId="262"/>
            <ac:cxnSpMk id="35" creationId="{6CF1BAF6-AD41-4082-B212-8A1F9A2E8779}"/>
          </ac:cxnSpMkLst>
        </pc:cxnChg>
      </pc:sldChg>
      <pc:sldChg chg="modSp del">
        <pc:chgData name="Dey, Sumon Kanti" userId="d0b991bf-8a4d-4f4f-a0b7-8f19f709817b" providerId="ADAL" clId="{1A21DAB2-A132-4542-A508-B630B0D958D8}" dt="2025-03-26T20:46:05.204" v="331" actId="2696"/>
        <pc:sldMkLst>
          <pc:docMk/>
          <pc:sldMk cId="3797522119" sldId="263"/>
        </pc:sld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2" creationId="{0EB853F5-13EA-F176-B96A-8CF001ABD0AB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3" creationId="{0995436B-DEFC-2611-B42F-38B4B018547F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26" creationId="{B6CDA21F-E7AF-4C75-8395-33F58D5B0E45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29" creationId="{A6604B49-AD5C-4590-B051-06C8222ECD99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30" creationId="{743ECCAF-29C5-4537-947C-7EA1292463DB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31" creationId="{ED49787B-8DE6-4467-AD0A-8DECC6E0C2D6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k cId="3797522119" sldId="263"/>
            <ac:spMk id="33" creationId="{D5B0017B-2ECA-49AF-B397-DC140825DF8D}"/>
          </ac:spMkLst>
        </pc:spChg>
        <pc:grpChg chg="mod">
          <ac:chgData name="Dey, Sumon Kanti" userId="d0b991bf-8a4d-4f4f-a0b7-8f19f709817b" providerId="ADAL" clId="{1A21DAB2-A132-4542-A508-B630B0D958D8}" dt="2025-03-26T19:14:10.579" v="2"/>
          <ac:grpSpMkLst>
            <pc:docMk/>
            <pc:sldMk cId="3797522119" sldId="263"/>
            <ac:grpSpMk id="28" creationId="{AE1C45F0-260A-458C-96ED-C1F6D2151219}"/>
          </ac:grpSpMkLst>
        </pc:grpChg>
        <pc:cxnChg chg="mod">
          <ac:chgData name="Dey, Sumon Kanti" userId="d0b991bf-8a4d-4f4f-a0b7-8f19f709817b" providerId="ADAL" clId="{1A21DAB2-A132-4542-A508-B630B0D958D8}" dt="2025-03-26T19:14:10.579" v="2"/>
          <ac:cxnSpMkLst>
            <pc:docMk/>
            <pc:sldMk cId="3797522119" sldId="263"/>
            <ac:cxnSpMk id="35" creationId="{6CF1BAF6-AD41-4082-B212-8A1F9A2E8779}"/>
          </ac:cxnSpMkLst>
        </pc:cxnChg>
      </pc:sldChg>
      <pc:sldChg chg="addSp delSp modSp mod modClrScheme chgLayout">
        <pc:chgData name="Dey, Sumon Kanti" userId="d0b991bf-8a4d-4f4f-a0b7-8f19f709817b" providerId="ADAL" clId="{1A21DAB2-A132-4542-A508-B630B0D958D8}" dt="2025-03-27T02:15:53.980" v="2150" actId="2711"/>
        <pc:sldMkLst>
          <pc:docMk/>
          <pc:sldMk cId="1701787540" sldId="265"/>
        </pc:sldMkLst>
        <pc:spChg chg="add del mod ord">
          <ac:chgData name="Dey, Sumon Kanti" userId="d0b991bf-8a4d-4f4f-a0b7-8f19f709817b" providerId="ADAL" clId="{1A21DAB2-A132-4542-A508-B630B0D958D8}" dt="2025-03-27T02:15:53.980" v="2150" actId="2711"/>
          <ac:spMkLst>
            <pc:docMk/>
            <pc:sldMk cId="1701787540" sldId="265"/>
            <ac:spMk id="2" creationId="{ECF34468-3E39-76F0-E4CA-824FAFB78DFE}"/>
          </ac:spMkLst>
        </pc:spChg>
        <pc:spChg chg="add del mod ord">
          <ac:chgData name="Dey, Sumon Kanti" userId="d0b991bf-8a4d-4f4f-a0b7-8f19f709817b" providerId="ADAL" clId="{1A21DAB2-A132-4542-A508-B630B0D958D8}" dt="2025-03-26T20:50:01.629" v="545" actId="478"/>
          <ac:spMkLst>
            <pc:docMk/>
            <pc:sldMk cId="1701787540" sldId="265"/>
            <ac:spMk id="3" creationId="{9F144A3E-5C5C-3FE0-79B3-B7E46BF8FC06}"/>
          </ac:spMkLst>
        </pc:spChg>
        <pc:spChg chg="add del mod">
          <ac:chgData name="Dey, Sumon Kanti" userId="d0b991bf-8a4d-4f4f-a0b7-8f19f709817b" providerId="ADAL" clId="{1A21DAB2-A132-4542-A508-B630B0D958D8}" dt="2025-03-26T20:47:29.594" v="388" actId="478"/>
          <ac:spMkLst>
            <pc:docMk/>
            <pc:sldMk cId="1701787540" sldId="265"/>
            <ac:spMk id="5" creationId="{DD388ED1-D23C-CA39-A8C1-F3FC93468758}"/>
          </ac:spMkLst>
        </pc:spChg>
        <pc:spChg chg="add del mod">
          <ac:chgData name="Dey, Sumon Kanti" userId="d0b991bf-8a4d-4f4f-a0b7-8f19f709817b" providerId="ADAL" clId="{1A21DAB2-A132-4542-A508-B630B0D958D8}" dt="2025-03-26T20:49:43.987" v="537" actId="478"/>
          <ac:spMkLst>
            <pc:docMk/>
            <pc:sldMk cId="1701787540" sldId="265"/>
            <ac:spMk id="7" creationId="{C2FF7325-49F7-AE5B-2D86-9181F8B7AC19}"/>
          </ac:spMkLst>
        </pc:spChg>
        <pc:spChg chg="add del mod">
          <ac:chgData name="Dey, Sumon Kanti" userId="d0b991bf-8a4d-4f4f-a0b7-8f19f709817b" providerId="ADAL" clId="{1A21DAB2-A132-4542-A508-B630B0D958D8}" dt="2025-03-26T20:49:43.277" v="534" actId="478"/>
          <ac:spMkLst>
            <pc:docMk/>
            <pc:sldMk cId="1701787540" sldId="265"/>
            <ac:spMk id="9" creationId="{2331771E-D3F1-6BB9-3489-302C89679E16}"/>
          </ac:spMkLst>
        </pc:spChg>
        <pc:spChg chg="add del mod">
          <ac:chgData name="Dey, Sumon Kanti" userId="d0b991bf-8a4d-4f4f-a0b7-8f19f709817b" providerId="ADAL" clId="{1A21DAB2-A132-4542-A508-B630B0D958D8}" dt="2025-03-26T20:50:04.420" v="546" actId="478"/>
          <ac:spMkLst>
            <pc:docMk/>
            <pc:sldMk cId="1701787540" sldId="265"/>
            <ac:spMk id="11" creationId="{8A74E7EE-49DF-32D3-74F8-4160AB5F725C}"/>
          </ac:spMkLst>
        </pc:spChg>
      </pc:sldChg>
      <pc:sldChg chg="addSp delSp modSp mod">
        <pc:chgData name="Dey, Sumon Kanti" userId="d0b991bf-8a4d-4f4f-a0b7-8f19f709817b" providerId="ADAL" clId="{1A21DAB2-A132-4542-A508-B630B0D958D8}" dt="2025-03-27T04:00:43.082" v="2295" actId="20577"/>
        <pc:sldMkLst>
          <pc:docMk/>
          <pc:sldMk cId="1408337101" sldId="266"/>
        </pc:sldMkLst>
        <pc:spChg chg="mod">
          <ac:chgData name="Dey, Sumon Kanti" userId="d0b991bf-8a4d-4f4f-a0b7-8f19f709817b" providerId="ADAL" clId="{1A21DAB2-A132-4542-A508-B630B0D958D8}" dt="2025-03-27T03:24:48.299" v="2235" actId="255"/>
          <ac:spMkLst>
            <pc:docMk/>
            <pc:sldMk cId="1408337101" sldId="266"/>
            <ac:spMk id="2" creationId="{66BA2047-3F32-8334-AA01-6DDC8BDC757B}"/>
          </ac:spMkLst>
        </pc:spChg>
        <pc:spChg chg="mod">
          <ac:chgData name="Dey, Sumon Kanti" userId="d0b991bf-8a4d-4f4f-a0b7-8f19f709817b" providerId="ADAL" clId="{1A21DAB2-A132-4542-A508-B630B0D958D8}" dt="2025-03-27T04:00:43.082" v="2295" actId="20577"/>
          <ac:spMkLst>
            <pc:docMk/>
            <pc:sldMk cId="1408337101" sldId="266"/>
            <ac:spMk id="4" creationId="{90608F2E-D2F0-4A88-ECB0-DDEF017AA489}"/>
          </ac:spMkLst>
        </pc:spChg>
        <pc:spChg chg="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5" creationId="{AE0A1801-A79A-7941-447A-78EB11603859}"/>
          </ac:spMkLst>
        </pc:spChg>
        <pc:spChg chg="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7" creationId="{22FAFBDA-4490-A281-47BF-146CB5891068}"/>
          </ac:spMkLst>
        </pc:spChg>
        <pc:spChg chg="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8" creationId="{ED9A5E18-1F27-DA4D-00BF-CE47585C9F45}"/>
          </ac:spMkLst>
        </pc:spChg>
        <pc:spChg chg="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9" creationId="{15F24DDE-D649-D2F1-EF32-A3CF63D8CA9D}"/>
          </ac:spMkLst>
        </pc:spChg>
        <pc:spChg chg="add 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10" creationId="{E352F9AF-12EE-5B04-98F7-870CB0FEDEA2}"/>
          </ac:spMkLst>
        </pc:spChg>
        <pc:spChg chg="add mod topLvl">
          <ac:chgData name="Dey, Sumon Kanti" userId="d0b991bf-8a4d-4f4f-a0b7-8f19f709817b" providerId="ADAL" clId="{1A21DAB2-A132-4542-A508-B630B0D958D8}" dt="2025-03-26T20:25:14.061" v="157" actId="165"/>
          <ac:spMkLst>
            <pc:docMk/>
            <pc:sldMk cId="1408337101" sldId="266"/>
            <ac:spMk id="11" creationId="{5E32C4CF-79C9-ACC9-A7A0-5FB109AF170F}"/>
          </ac:spMkLst>
        </pc:spChg>
        <pc:grpChg chg="add del mod">
          <ac:chgData name="Dey, Sumon Kanti" userId="d0b991bf-8a4d-4f4f-a0b7-8f19f709817b" providerId="ADAL" clId="{1A21DAB2-A132-4542-A508-B630B0D958D8}" dt="2025-03-26T20:25:14.061" v="157" actId="165"/>
          <ac:grpSpMkLst>
            <pc:docMk/>
            <pc:sldMk cId="1408337101" sldId="266"/>
            <ac:grpSpMk id="12" creationId="{10837253-E19E-CFAB-1970-038E46A2D6FE}"/>
          </ac:grpSpMkLst>
        </pc:grpChg>
      </pc:sldChg>
      <pc:sldChg chg="addSp delSp modSp add mod">
        <pc:chgData name="Dey, Sumon Kanti" userId="d0b991bf-8a4d-4f4f-a0b7-8f19f709817b" providerId="ADAL" clId="{1A21DAB2-A132-4542-A508-B630B0D958D8}" dt="2025-03-26T23:08:07.556" v="1359" actId="14100"/>
        <pc:sldMkLst>
          <pc:docMk/>
          <pc:sldMk cId="3540260860" sldId="267"/>
        </pc:sldMkLst>
        <pc:spChg chg="mod">
          <ac:chgData name="Dey, Sumon Kanti" userId="d0b991bf-8a4d-4f4f-a0b7-8f19f709817b" providerId="ADAL" clId="{1A21DAB2-A132-4542-A508-B630B0D958D8}" dt="2025-03-26T20:27:52.183" v="196" actId="20577"/>
          <ac:spMkLst>
            <pc:docMk/>
            <pc:sldMk cId="3540260860" sldId="267"/>
            <ac:spMk id="2" creationId="{0D634EEF-D16A-6E50-B63A-D720761D7DF2}"/>
          </ac:spMkLst>
        </pc:spChg>
        <pc:spChg chg="mod">
          <ac:chgData name="Dey, Sumon Kanti" userId="d0b991bf-8a4d-4f4f-a0b7-8f19f709817b" providerId="ADAL" clId="{1A21DAB2-A132-4542-A508-B630B0D958D8}" dt="2025-03-26T23:02:24.036" v="1313" actId="5793"/>
          <ac:spMkLst>
            <pc:docMk/>
            <pc:sldMk cId="3540260860" sldId="267"/>
            <ac:spMk id="3" creationId="{16B5C5A0-A677-2E7E-538B-5421CE9B554D}"/>
          </ac:spMkLst>
        </pc:spChg>
        <pc:spChg chg="mod">
          <ac:chgData name="Dey, Sumon Kanti" userId="d0b991bf-8a4d-4f4f-a0b7-8f19f709817b" providerId="ADAL" clId="{1A21DAB2-A132-4542-A508-B630B0D958D8}" dt="2025-03-26T22:42:59.251" v="954" actId="14100"/>
          <ac:spMkLst>
            <pc:docMk/>
            <pc:sldMk cId="3540260860" sldId="267"/>
            <ac:spMk id="4" creationId="{50245473-5263-B1DF-2FB1-B8395A4C4DE3}"/>
          </ac:spMkLst>
        </pc:spChg>
        <pc:spChg chg="mod">
          <ac:chgData name="Dey, Sumon Kanti" userId="d0b991bf-8a4d-4f4f-a0b7-8f19f709817b" providerId="ADAL" clId="{1A21DAB2-A132-4542-A508-B630B0D958D8}" dt="2025-03-26T20:27:11.707" v="178" actId="207"/>
          <ac:spMkLst>
            <pc:docMk/>
            <pc:sldMk cId="3540260860" sldId="267"/>
            <ac:spMk id="5" creationId="{30D76960-4DAB-661D-A9F9-60FDA69057F4}"/>
          </ac:spMkLst>
        </pc:spChg>
        <pc:spChg chg="del mod">
          <ac:chgData name="Dey, Sumon Kanti" userId="d0b991bf-8a4d-4f4f-a0b7-8f19f709817b" providerId="ADAL" clId="{1A21DAB2-A132-4542-A508-B630B0D958D8}" dt="2025-03-26T23:02:59.596" v="1314"/>
          <ac:spMkLst>
            <pc:docMk/>
            <pc:sldMk cId="3540260860" sldId="267"/>
            <ac:spMk id="6" creationId="{A3F53239-C613-F4D9-F640-267CF898122B}"/>
          </ac:spMkLst>
        </pc:spChg>
        <pc:spChg chg="mod">
          <ac:chgData name="Dey, Sumon Kanti" userId="d0b991bf-8a4d-4f4f-a0b7-8f19f709817b" providerId="ADAL" clId="{1A21DAB2-A132-4542-A508-B630B0D958D8}" dt="2025-03-26T20:27:22.818" v="179" actId="207"/>
          <ac:spMkLst>
            <pc:docMk/>
            <pc:sldMk cId="3540260860" sldId="267"/>
            <ac:spMk id="7" creationId="{4AA1BBDA-4F2D-6A72-A2AA-F920F1520304}"/>
          </ac:spMkLst>
        </pc:spChg>
        <pc:spChg chg="add mod">
          <ac:chgData name="Dey, Sumon Kanti" userId="d0b991bf-8a4d-4f4f-a0b7-8f19f709817b" providerId="ADAL" clId="{1A21DAB2-A132-4542-A508-B630B0D958D8}" dt="2025-03-26T23:07:54.028" v="1357" actId="14100"/>
          <ac:spMkLst>
            <pc:docMk/>
            <pc:sldMk cId="3540260860" sldId="267"/>
            <ac:spMk id="15" creationId="{448A59B8-E8E0-B6B6-145B-D11DB8C2AAF8}"/>
          </ac:spMkLst>
        </pc:spChg>
        <pc:picChg chg="add mod">
          <ac:chgData name="Dey, Sumon Kanti" userId="d0b991bf-8a4d-4f4f-a0b7-8f19f709817b" providerId="ADAL" clId="{1A21DAB2-A132-4542-A508-B630B0D958D8}" dt="2025-03-26T23:08:07.556" v="1359" actId="14100"/>
          <ac:picMkLst>
            <pc:docMk/>
            <pc:sldMk cId="3540260860" sldId="267"/>
            <ac:picMk id="13" creationId="{16F2F797-881B-FD87-6A86-2C0F45DE8F6C}"/>
          </ac:picMkLst>
        </pc:picChg>
      </pc:sldChg>
      <pc:sldChg chg="addSp delSp modSp add mod">
        <pc:chgData name="Dey, Sumon Kanti" userId="d0b991bf-8a4d-4f4f-a0b7-8f19f709817b" providerId="ADAL" clId="{1A21DAB2-A132-4542-A508-B630B0D958D8}" dt="2025-03-26T20:32:01.681" v="217" actId="207"/>
        <pc:sldMkLst>
          <pc:docMk/>
          <pc:sldMk cId="3751751116" sldId="268"/>
        </pc:sldMkLst>
        <pc:spChg chg="mod">
          <ac:chgData name="Dey, Sumon Kanti" userId="d0b991bf-8a4d-4f4f-a0b7-8f19f709817b" providerId="ADAL" clId="{1A21DAB2-A132-4542-A508-B630B0D958D8}" dt="2025-03-26T20:29:59.026" v="208" actId="20577"/>
          <ac:spMkLst>
            <pc:docMk/>
            <pc:sldMk cId="3751751116" sldId="268"/>
            <ac:spMk id="2" creationId="{7249A93C-A9DB-3293-594D-B7E0F2BC4359}"/>
          </ac:spMkLst>
        </pc:spChg>
        <pc:spChg chg="add del mod">
          <ac:chgData name="Dey, Sumon Kanti" userId="d0b991bf-8a4d-4f4f-a0b7-8f19f709817b" providerId="ADAL" clId="{1A21DAB2-A132-4542-A508-B630B0D958D8}" dt="2025-03-26T20:30:42.730" v="211" actId="478"/>
          <ac:spMkLst>
            <pc:docMk/>
            <pc:sldMk cId="3751751116" sldId="268"/>
            <ac:spMk id="3" creationId="{E1211C97-DCD3-D025-4643-CE92569AE5EE}"/>
          </ac:spMkLst>
        </pc:spChg>
        <pc:spChg chg="del">
          <ac:chgData name="Dey, Sumon Kanti" userId="d0b991bf-8a4d-4f4f-a0b7-8f19f709817b" providerId="ADAL" clId="{1A21DAB2-A132-4542-A508-B630B0D958D8}" dt="2025-03-26T20:30:22.994" v="209" actId="478"/>
          <ac:spMkLst>
            <pc:docMk/>
            <pc:sldMk cId="3751751116" sldId="268"/>
            <ac:spMk id="4" creationId="{D7A259AA-9173-0BBE-3784-D10BD5361527}"/>
          </ac:spMkLst>
        </pc:spChg>
        <pc:spChg chg="add mod">
          <ac:chgData name="Dey, Sumon Kanti" userId="d0b991bf-8a4d-4f4f-a0b7-8f19f709817b" providerId="ADAL" clId="{1A21DAB2-A132-4542-A508-B630B0D958D8}" dt="2025-03-26T20:30:44.194" v="213"/>
          <ac:spMkLst>
            <pc:docMk/>
            <pc:sldMk cId="3751751116" sldId="268"/>
            <ac:spMk id="6" creationId="{3173F234-CD68-1214-C44E-C9DB45AEDE4F}"/>
          </ac:spMkLst>
        </pc:spChg>
        <pc:spChg chg="mod">
          <ac:chgData name="Dey, Sumon Kanti" userId="d0b991bf-8a4d-4f4f-a0b7-8f19f709817b" providerId="ADAL" clId="{1A21DAB2-A132-4542-A508-B630B0D958D8}" dt="2025-03-26T20:31:53.316" v="216" actId="207"/>
          <ac:spMkLst>
            <pc:docMk/>
            <pc:sldMk cId="3751751116" sldId="268"/>
            <ac:spMk id="7" creationId="{7F26F971-12EF-3DCF-97A1-86C157C3719B}"/>
          </ac:spMkLst>
        </pc:spChg>
        <pc:spChg chg="mod">
          <ac:chgData name="Dey, Sumon Kanti" userId="d0b991bf-8a4d-4f4f-a0b7-8f19f709817b" providerId="ADAL" clId="{1A21DAB2-A132-4542-A508-B630B0D958D8}" dt="2025-03-26T20:32:01.681" v="217" actId="207"/>
          <ac:spMkLst>
            <pc:docMk/>
            <pc:sldMk cId="3751751116" sldId="268"/>
            <ac:spMk id="8" creationId="{FBB823CB-5FD9-49B5-D453-4729AE78843C}"/>
          </ac:spMkLst>
        </pc:spChg>
        <pc:spChg chg="add mod">
          <ac:chgData name="Dey, Sumon Kanti" userId="d0b991bf-8a4d-4f4f-a0b7-8f19f709817b" providerId="ADAL" clId="{1A21DAB2-A132-4542-A508-B630B0D958D8}" dt="2025-03-26T20:31:42.566" v="215" actId="20577"/>
          <ac:spMkLst>
            <pc:docMk/>
            <pc:sldMk cId="3751751116" sldId="268"/>
            <ac:spMk id="12" creationId="{EE47F75A-0B01-409D-C6E8-1E93A5B2DA97}"/>
          </ac:spMkLst>
        </pc:spChg>
        <pc:graphicFrameChg chg="add mod">
          <ac:chgData name="Dey, Sumon Kanti" userId="d0b991bf-8a4d-4f4f-a0b7-8f19f709817b" providerId="ADAL" clId="{1A21DAB2-A132-4542-A508-B630B0D958D8}" dt="2025-03-26T20:31:34.540" v="214"/>
          <ac:graphicFrameMkLst>
            <pc:docMk/>
            <pc:sldMk cId="3751751116" sldId="268"/>
            <ac:graphicFrameMk id="13" creationId="{98C27A96-BF89-85F3-1092-7667B4B5A6D4}"/>
          </ac:graphicFrameMkLst>
        </pc:graphicFrameChg>
      </pc:sldChg>
      <pc:sldChg chg="addSp delSp modSp add mod">
        <pc:chgData name="Dey, Sumon Kanti" userId="d0b991bf-8a4d-4f4f-a0b7-8f19f709817b" providerId="ADAL" clId="{1A21DAB2-A132-4542-A508-B630B0D958D8}" dt="2025-03-26T20:51:52.571" v="615"/>
        <pc:sldMkLst>
          <pc:docMk/>
          <pc:sldMk cId="1458081689" sldId="269"/>
        </pc:sldMkLst>
        <pc:spChg chg="del">
          <ac:chgData name="Dey, Sumon Kanti" userId="d0b991bf-8a4d-4f4f-a0b7-8f19f709817b" providerId="ADAL" clId="{1A21DAB2-A132-4542-A508-B630B0D958D8}" dt="2025-03-26T20:35:55.166" v="228" actId="478"/>
          <ac:spMkLst>
            <pc:docMk/>
            <pc:sldMk cId="1458081689" sldId="269"/>
            <ac:spMk id="2" creationId="{36F94850-FB19-073B-A7C6-3D18832CEE60}"/>
          </ac:spMkLst>
        </pc:spChg>
        <pc:spChg chg="add del mod">
          <ac:chgData name="Dey, Sumon Kanti" userId="d0b991bf-8a4d-4f4f-a0b7-8f19f709817b" providerId="ADAL" clId="{1A21DAB2-A132-4542-A508-B630B0D958D8}" dt="2025-03-26T20:35:42.920" v="227" actId="478"/>
          <ac:spMkLst>
            <pc:docMk/>
            <pc:sldMk cId="1458081689" sldId="269"/>
            <ac:spMk id="4" creationId="{A0B1DB3B-48C0-5D51-C7EE-32BB65486C88}"/>
          </ac:spMkLst>
        </pc:spChg>
        <pc:spChg chg="mod">
          <ac:chgData name="Dey, Sumon Kanti" userId="d0b991bf-8a4d-4f4f-a0b7-8f19f709817b" providerId="ADAL" clId="{1A21DAB2-A132-4542-A508-B630B0D958D8}" dt="2025-03-26T20:37:55.567" v="235" actId="207"/>
          <ac:spMkLst>
            <pc:docMk/>
            <pc:sldMk cId="1458081689" sldId="269"/>
            <ac:spMk id="8" creationId="{0BDBDDE8-08F8-324A-FA7D-80AB5E168E9F}"/>
          </ac:spMkLst>
        </pc:spChg>
        <pc:spChg chg="mod">
          <ac:chgData name="Dey, Sumon Kanti" userId="d0b991bf-8a4d-4f4f-a0b7-8f19f709817b" providerId="ADAL" clId="{1A21DAB2-A132-4542-A508-B630B0D958D8}" dt="2025-03-26T20:38:00.648" v="236" actId="207"/>
          <ac:spMkLst>
            <pc:docMk/>
            <pc:sldMk cId="1458081689" sldId="269"/>
            <ac:spMk id="9" creationId="{E6A410E7-74FA-8376-959F-8522616F20D4}"/>
          </ac:spMkLst>
        </pc:spChg>
        <pc:spChg chg="mod">
          <ac:chgData name="Dey, Sumon Kanti" userId="d0b991bf-8a4d-4f4f-a0b7-8f19f709817b" providerId="ADAL" clId="{1A21DAB2-A132-4542-A508-B630B0D958D8}" dt="2025-03-26T20:33:38.260" v="223" actId="1076"/>
          <ac:spMkLst>
            <pc:docMk/>
            <pc:sldMk cId="1458081689" sldId="269"/>
            <ac:spMk id="12" creationId="{BD7DF0B1-8A97-C4F9-57E0-8420036DC2A1}"/>
          </ac:spMkLst>
        </pc:spChg>
        <pc:spChg chg="add del mod">
          <ac:chgData name="Dey, Sumon Kanti" userId="d0b991bf-8a4d-4f4f-a0b7-8f19f709817b" providerId="ADAL" clId="{1A21DAB2-A132-4542-A508-B630B0D958D8}" dt="2025-03-26T20:35:59.647" v="229" actId="478"/>
          <ac:spMkLst>
            <pc:docMk/>
            <pc:sldMk cId="1458081689" sldId="269"/>
            <ac:spMk id="14" creationId="{51383FAF-9890-E17A-A409-31A8FB50ABE3}"/>
          </ac:spMkLst>
        </pc:spChg>
        <pc:spChg chg="add mod">
          <ac:chgData name="Dey, Sumon Kanti" userId="d0b991bf-8a4d-4f4f-a0b7-8f19f709817b" providerId="ADAL" clId="{1A21DAB2-A132-4542-A508-B630B0D958D8}" dt="2025-03-26T20:51:52.571" v="615"/>
          <ac:spMkLst>
            <pc:docMk/>
            <pc:sldMk cId="1458081689" sldId="269"/>
            <ac:spMk id="15" creationId="{84131D43-416A-7F80-ECCC-83A05DA6975B}"/>
          </ac:spMkLst>
        </pc:spChg>
        <pc:graphicFrameChg chg="del">
          <ac:chgData name="Dey, Sumon Kanti" userId="d0b991bf-8a4d-4f4f-a0b7-8f19f709817b" providerId="ADAL" clId="{1A21DAB2-A132-4542-A508-B630B0D958D8}" dt="2025-03-26T20:35:20.686" v="224" actId="478"/>
          <ac:graphicFrameMkLst>
            <pc:docMk/>
            <pc:sldMk cId="1458081689" sldId="269"/>
            <ac:graphicFrameMk id="13" creationId="{8363D323-A111-A610-46DA-86EA88B0697D}"/>
          </ac:graphicFrameMkLst>
        </pc:graphicFrameChg>
        <pc:graphicFrameChg chg="add mod">
          <ac:chgData name="Dey, Sumon Kanti" userId="d0b991bf-8a4d-4f4f-a0b7-8f19f709817b" providerId="ADAL" clId="{1A21DAB2-A132-4542-A508-B630B0D958D8}" dt="2025-03-26T20:36:00.704" v="230"/>
          <ac:graphicFrameMkLst>
            <pc:docMk/>
            <pc:sldMk cId="1458081689" sldId="269"/>
            <ac:graphicFrameMk id="16" creationId="{83579921-228A-2C06-DDB0-A080F48A0E97}"/>
          </ac:graphicFrameMkLst>
        </pc:graphicFrameChg>
      </pc:sldChg>
      <pc:sldChg chg="addSp delSp modSp add mod">
        <pc:chgData name="Dey, Sumon Kanti" userId="d0b991bf-8a4d-4f4f-a0b7-8f19f709817b" providerId="ADAL" clId="{1A21DAB2-A132-4542-A508-B630B0D958D8}" dt="2025-03-27T02:04:53.912" v="2141" actId="20577"/>
        <pc:sldMkLst>
          <pc:docMk/>
          <pc:sldMk cId="3766541810" sldId="270"/>
        </pc:sldMkLst>
        <pc:spChg chg="add del mod">
          <ac:chgData name="Dey, Sumon Kanti" userId="d0b991bf-8a4d-4f4f-a0b7-8f19f709817b" providerId="ADAL" clId="{1A21DAB2-A132-4542-A508-B630B0D958D8}" dt="2025-03-26T20:39:51.774" v="261" actId="478"/>
          <ac:spMkLst>
            <pc:docMk/>
            <pc:sldMk cId="3766541810" sldId="270"/>
            <ac:spMk id="3" creationId="{261B52F8-21D9-9BD4-2FCD-F0EF7B8882D4}"/>
          </ac:spMkLst>
        </pc:spChg>
        <pc:spChg chg="add del mod">
          <ac:chgData name="Dey, Sumon Kanti" userId="d0b991bf-8a4d-4f4f-a0b7-8f19f709817b" providerId="ADAL" clId="{1A21DAB2-A132-4542-A508-B630B0D958D8}" dt="2025-03-26T20:40:16.481" v="264"/>
          <ac:spMkLst>
            <pc:docMk/>
            <pc:sldMk cId="3766541810" sldId="270"/>
            <ac:spMk id="4" creationId="{11AA7EBC-4502-7469-6C55-BBD8AF31AEC5}"/>
          </ac:spMkLst>
        </pc:spChg>
        <pc:spChg chg="add mod">
          <ac:chgData name="Dey, Sumon Kanti" userId="d0b991bf-8a4d-4f4f-a0b7-8f19f709817b" providerId="ADAL" clId="{1A21DAB2-A132-4542-A508-B630B0D958D8}" dt="2025-03-27T02:04:04.861" v="2082" actId="403"/>
          <ac:spMkLst>
            <pc:docMk/>
            <pc:sldMk cId="3766541810" sldId="270"/>
            <ac:spMk id="6" creationId="{3B7DB089-7810-683A-C598-7FB45B9E04B6}"/>
          </ac:spMkLst>
        </pc:spChg>
        <pc:spChg chg="mod">
          <ac:chgData name="Dey, Sumon Kanti" userId="d0b991bf-8a4d-4f4f-a0b7-8f19f709817b" providerId="ADAL" clId="{1A21DAB2-A132-4542-A508-B630B0D958D8}" dt="2025-03-26T20:43:06.551" v="311" actId="207"/>
          <ac:spMkLst>
            <pc:docMk/>
            <pc:sldMk cId="3766541810" sldId="270"/>
            <ac:spMk id="9" creationId="{90C4AA6C-9BAF-5FF2-2CC1-EBE046C494C0}"/>
          </ac:spMkLst>
        </pc:spChg>
        <pc:spChg chg="mod">
          <ac:chgData name="Dey, Sumon Kanti" userId="d0b991bf-8a4d-4f4f-a0b7-8f19f709817b" providerId="ADAL" clId="{1A21DAB2-A132-4542-A508-B630B0D958D8}" dt="2025-03-26T20:43:12.309" v="312" actId="207"/>
          <ac:spMkLst>
            <pc:docMk/>
            <pc:sldMk cId="3766541810" sldId="270"/>
            <ac:spMk id="10" creationId="{0D997E65-638A-9947-01F6-10A4CECB5A5F}"/>
          </ac:spMkLst>
        </pc:spChg>
        <pc:spChg chg="add mod">
          <ac:chgData name="Dey, Sumon Kanti" userId="d0b991bf-8a4d-4f4f-a0b7-8f19f709817b" providerId="ADAL" clId="{1A21DAB2-A132-4542-A508-B630B0D958D8}" dt="2025-03-27T02:04:10.779" v="2083" actId="403"/>
          <ac:spMkLst>
            <pc:docMk/>
            <pc:sldMk cId="3766541810" sldId="270"/>
            <ac:spMk id="13" creationId="{83043AC9-0F68-C677-639C-8E725C8B1BBD}"/>
          </ac:spMkLst>
        </pc:spChg>
        <pc:spChg chg="add mod">
          <ac:chgData name="Dey, Sumon Kanti" userId="d0b991bf-8a4d-4f4f-a0b7-8f19f709817b" providerId="ADAL" clId="{1A21DAB2-A132-4542-A508-B630B0D958D8}" dt="2025-03-27T02:04:53.912" v="2141" actId="20577"/>
          <ac:spMkLst>
            <pc:docMk/>
            <pc:sldMk cId="3766541810" sldId="270"/>
            <ac:spMk id="14" creationId="{B0C609F0-5C3C-0474-763D-47FA0BA91237}"/>
          </ac:spMkLst>
        </pc:spChg>
        <pc:spChg chg="mod">
          <ac:chgData name="Dey, Sumon Kanti" userId="d0b991bf-8a4d-4f4f-a0b7-8f19f709817b" providerId="ADAL" clId="{1A21DAB2-A132-4542-A508-B630B0D958D8}" dt="2025-03-26T20:51:52.571" v="615"/>
          <ac:spMkLst>
            <pc:docMk/>
            <pc:sldMk cId="3766541810" sldId="270"/>
            <ac:spMk id="15" creationId="{3811F031-B3DA-5372-078E-657AFA5A1F5E}"/>
          </ac:spMkLst>
        </pc:spChg>
        <pc:spChg chg="add del mod">
          <ac:chgData name="Dey, Sumon Kanti" userId="d0b991bf-8a4d-4f4f-a0b7-8f19f709817b" providerId="ADAL" clId="{1A21DAB2-A132-4542-A508-B630B0D958D8}" dt="2025-03-27T01:53:21.177" v="1843"/>
          <ac:spMkLst>
            <pc:docMk/>
            <pc:sldMk cId="3766541810" sldId="270"/>
            <ac:spMk id="17" creationId="{59A746EA-D5AB-5EB9-0051-3F9F7052928C}"/>
          </ac:spMkLst>
        </pc:spChg>
        <pc:graphicFrameChg chg="del mod">
          <ac:chgData name="Dey, Sumon Kanti" userId="d0b991bf-8a4d-4f4f-a0b7-8f19f709817b" providerId="ADAL" clId="{1A21DAB2-A132-4542-A508-B630B0D958D8}" dt="2025-03-26T20:39:41.295" v="260" actId="478"/>
          <ac:graphicFrameMkLst>
            <pc:docMk/>
            <pc:sldMk cId="3766541810" sldId="270"/>
            <ac:graphicFrameMk id="16" creationId="{144F70F6-2070-C67C-A6D0-3CAD37EAF43F}"/>
          </ac:graphicFrameMkLst>
        </pc:graphicFrameChg>
      </pc:sldChg>
      <pc:sldChg chg="delSp modSp add mod">
        <pc:chgData name="Dey, Sumon Kanti" userId="d0b991bf-8a4d-4f4f-a0b7-8f19f709817b" providerId="ADAL" clId="{1A21DAB2-A132-4542-A508-B630B0D958D8}" dt="2025-03-26T20:51:52.571" v="615"/>
        <pc:sldMkLst>
          <pc:docMk/>
          <pc:sldMk cId="1263914383" sldId="271"/>
        </pc:sldMkLst>
        <pc:spChg chg="mod">
          <ac:chgData name="Dey, Sumon Kanti" userId="d0b991bf-8a4d-4f4f-a0b7-8f19f709817b" providerId="ADAL" clId="{1A21DAB2-A132-4542-A508-B630B0D958D8}" dt="2025-03-26T20:44:35.914" v="321" actId="1076"/>
          <ac:spMkLst>
            <pc:docMk/>
            <pc:sldMk cId="1263914383" sldId="271"/>
            <ac:spMk id="6" creationId="{A81C9911-238E-5246-C175-481C306CCAAD}"/>
          </ac:spMkLst>
        </pc:spChg>
        <pc:spChg chg="mod">
          <ac:chgData name="Dey, Sumon Kanti" userId="d0b991bf-8a4d-4f4f-a0b7-8f19f709817b" providerId="ADAL" clId="{1A21DAB2-A132-4542-A508-B630B0D958D8}" dt="2025-03-26T20:45:01.106" v="323" actId="207"/>
          <ac:spMkLst>
            <pc:docMk/>
            <pc:sldMk cId="1263914383" sldId="271"/>
            <ac:spMk id="10" creationId="{054C2D12-8A18-49C8-DC3A-D7B4A6195E8B}"/>
          </ac:spMkLst>
        </pc:spChg>
        <pc:spChg chg="mod">
          <ac:chgData name="Dey, Sumon Kanti" userId="d0b991bf-8a4d-4f4f-a0b7-8f19f709817b" providerId="ADAL" clId="{1A21DAB2-A132-4542-A508-B630B0D958D8}" dt="2025-03-26T20:45:07.397" v="324" actId="207"/>
          <ac:spMkLst>
            <pc:docMk/>
            <pc:sldMk cId="1263914383" sldId="271"/>
            <ac:spMk id="11" creationId="{743284BA-C074-6852-1839-8563C1C84954}"/>
          </ac:spMkLst>
        </pc:spChg>
        <pc:spChg chg="del">
          <ac:chgData name="Dey, Sumon Kanti" userId="d0b991bf-8a4d-4f4f-a0b7-8f19f709817b" providerId="ADAL" clId="{1A21DAB2-A132-4542-A508-B630B0D958D8}" dt="2025-03-26T20:44:03.617" v="317" actId="478"/>
          <ac:spMkLst>
            <pc:docMk/>
            <pc:sldMk cId="1263914383" sldId="271"/>
            <ac:spMk id="13" creationId="{0736557B-3774-033E-3651-125C06F0301A}"/>
          </ac:spMkLst>
        </pc:spChg>
        <pc:spChg chg="del">
          <ac:chgData name="Dey, Sumon Kanti" userId="d0b991bf-8a4d-4f4f-a0b7-8f19f709817b" providerId="ADAL" clId="{1A21DAB2-A132-4542-A508-B630B0D958D8}" dt="2025-03-26T20:44:07.545" v="318" actId="478"/>
          <ac:spMkLst>
            <pc:docMk/>
            <pc:sldMk cId="1263914383" sldId="271"/>
            <ac:spMk id="14" creationId="{3B7AA97E-823B-91EB-2B93-34196BA2D858}"/>
          </ac:spMkLst>
        </pc:spChg>
        <pc:spChg chg="mod">
          <ac:chgData name="Dey, Sumon Kanti" userId="d0b991bf-8a4d-4f4f-a0b7-8f19f709817b" providerId="ADAL" clId="{1A21DAB2-A132-4542-A508-B630B0D958D8}" dt="2025-03-26T20:51:52.571" v="615"/>
          <ac:spMkLst>
            <pc:docMk/>
            <pc:sldMk cId="1263914383" sldId="271"/>
            <ac:spMk id="15" creationId="{C015F9F4-9B87-9C08-281D-BB0B04360B9B}"/>
          </ac:spMkLst>
        </pc:spChg>
      </pc:sldChg>
      <pc:sldChg chg="new del">
        <pc:chgData name="Dey, Sumon Kanti" userId="d0b991bf-8a4d-4f4f-a0b7-8f19f709817b" providerId="ADAL" clId="{1A21DAB2-A132-4542-A508-B630B0D958D8}" dt="2025-03-26T20:40:31.207" v="266" actId="680"/>
        <pc:sldMkLst>
          <pc:docMk/>
          <pc:sldMk cId="2796580213" sldId="271"/>
        </pc:sldMkLst>
      </pc:sldChg>
      <pc:sldChg chg="modSp new mod">
        <pc:chgData name="Dey, Sumon Kanti" userId="d0b991bf-8a4d-4f4f-a0b7-8f19f709817b" providerId="ADAL" clId="{1A21DAB2-A132-4542-A508-B630B0D958D8}" dt="2025-03-26T20:51:52.571" v="615"/>
        <pc:sldMkLst>
          <pc:docMk/>
          <pc:sldMk cId="3470984378" sldId="272"/>
        </pc:sldMkLst>
        <pc:spChg chg="mod">
          <ac:chgData name="Dey, Sumon Kanti" userId="d0b991bf-8a4d-4f4f-a0b7-8f19f709817b" providerId="ADAL" clId="{1A21DAB2-A132-4542-A508-B630B0D958D8}" dt="2025-03-26T20:51:52.571" v="615"/>
          <ac:spMkLst>
            <pc:docMk/>
            <pc:sldMk cId="3470984378" sldId="272"/>
            <ac:spMk id="2" creationId="{0BED30DD-70AB-118C-E422-A85DF0721F5A}"/>
          </ac:spMkLst>
        </pc:spChg>
        <pc:spChg chg="mod">
          <ac:chgData name="Dey, Sumon Kanti" userId="d0b991bf-8a4d-4f4f-a0b7-8f19f709817b" providerId="ADAL" clId="{1A21DAB2-A132-4542-A508-B630B0D958D8}" dt="2025-03-26T20:51:52.571" v="615"/>
          <ac:spMkLst>
            <pc:docMk/>
            <pc:sldMk cId="3470984378" sldId="272"/>
            <ac:spMk id="3" creationId="{A7C242C8-A700-79B1-8C98-578742F64DA0}"/>
          </ac:spMkLst>
        </pc:spChg>
      </pc:sldChg>
      <pc:sldChg chg="delSp modSp new mod">
        <pc:chgData name="Dey, Sumon Kanti" userId="d0b991bf-8a4d-4f4f-a0b7-8f19f709817b" providerId="ADAL" clId="{1A21DAB2-A132-4542-A508-B630B0D958D8}" dt="2025-03-26T20:51:52.571" v="615"/>
        <pc:sldMkLst>
          <pc:docMk/>
          <pc:sldMk cId="1845389455" sldId="273"/>
        </pc:sldMkLst>
        <pc:spChg chg="del">
          <ac:chgData name="Dey, Sumon Kanti" userId="d0b991bf-8a4d-4f4f-a0b7-8f19f709817b" providerId="ADAL" clId="{1A21DAB2-A132-4542-A508-B630B0D958D8}" dt="2025-03-26T20:46:23.105" v="333" actId="478"/>
          <ac:spMkLst>
            <pc:docMk/>
            <pc:sldMk cId="1845389455" sldId="273"/>
            <ac:spMk id="2" creationId="{D7AE9C8D-FA33-B813-AE34-116D6FE54835}"/>
          </ac:spMkLst>
        </pc:spChg>
        <pc:spChg chg="mod">
          <ac:chgData name="Dey, Sumon Kanti" userId="d0b991bf-8a4d-4f4f-a0b7-8f19f709817b" providerId="ADAL" clId="{1A21DAB2-A132-4542-A508-B630B0D958D8}" dt="2025-03-26T20:51:52.571" v="615"/>
          <ac:spMkLst>
            <pc:docMk/>
            <pc:sldMk cId="1845389455" sldId="273"/>
            <ac:spMk id="3" creationId="{30CCCC31-905B-D9F0-8316-5F2776FF8E84}"/>
          </ac:spMkLst>
        </pc:spChg>
      </pc:sldChg>
      <pc:sldChg chg="addSp delSp modSp add mod modShow">
        <pc:chgData name="Dey, Sumon Kanti" userId="d0b991bf-8a4d-4f4f-a0b7-8f19f709817b" providerId="ADAL" clId="{1A21DAB2-A132-4542-A508-B630B0D958D8}" dt="2025-03-27T03:57:06.634" v="2271" actId="729"/>
        <pc:sldMkLst>
          <pc:docMk/>
          <pc:sldMk cId="4228532970" sldId="274"/>
        </pc:sldMkLst>
        <pc:spChg chg="mod">
          <ac:chgData name="Dey, Sumon Kanti" userId="d0b991bf-8a4d-4f4f-a0b7-8f19f709817b" providerId="ADAL" clId="{1A21DAB2-A132-4542-A508-B630B0D958D8}" dt="2025-03-26T22:34:10.235" v="929" actId="14100"/>
          <ac:spMkLst>
            <pc:docMk/>
            <pc:sldMk cId="4228532970" sldId="274"/>
            <ac:spMk id="2" creationId="{486979F8-A8F7-A154-5E7A-1C534E38E6A4}"/>
          </ac:spMkLst>
        </pc:spChg>
        <pc:spChg chg="del mod">
          <ac:chgData name="Dey, Sumon Kanti" userId="d0b991bf-8a4d-4f4f-a0b7-8f19f709817b" providerId="ADAL" clId="{1A21DAB2-A132-4542-A508-B630B0D958D8}" dt="2025-03-26T22:24:54.848" v="844" actId="478"/>
          <ac:spMkLst>
            <pc:docMk/>
            <pc:sldMk cId="4228532970" sldId="274"/>
            <ac:spMk id="4" creationId="{474E3149-788D-D295-FEC0-4D68EB08279A}"/>
          </ac:spMkLst>
        </pc:spChg>
        <pc:spChg chg="add mod">
          <ac:chgData name="Dey, Sumon Kanti" userId="d0b991bf-8a4d-4f4f-a0b7-8f19f709817b" providerId="ADAL" clId="{1A21DAB2-A132-4542-A508-B630B0D958D8}" dt="2025-03-27T03:34:31.337" v="2267" actId="255"/>
          <ac:spMkLst>
            <pc:docMk/>
            <pc:sldMk cId="4228532970" sldId="274"/>
            <ac:spMk id="13" creationId="{D7414938-46EF-9AA3-FC31-A96F85254190}"/>
          </ac:spMkLst>
        </pc:spChg>
        <pc:picChg chg="add mod">
          <ac:chgData name="Dey, Sumon Kanti" userId="d0b991bf-8a4d-4f4f-a0b7-8f19f709817b" providerId="ADAL" clId="{1A21DAB2-A132-4542-A508-B630B0D958D8}" dt="2025-03-26T22:34:13.566" v="930" actId="1076"/>
          <ac:picMkLst>
            <pc:docMk/>
            <pc:sldMk cId="4228532970" sldId="274"/>
            <ac:picMk id="6" creationId="{5901A870-8624-3F6D-1C0F-99209D731F20}"/>
          </ac:picMkLst>
        </pc:picChg>
        <pc:picChg chg="add del mod">
          <ac:chgData name="Dey, Sumon Kanti" userId="d0b991bf-8a4d-4f4f-a0b7-8f19f709817b" providerId="ADAL" clId="{1A21DAB2-A132-4542-A508-B630B0D958D8}" dt="2025-03-26T22:24:54.848" v="844" actId="478"/>
          <ac:picMkLst>
            <pc:docMk/>
            <pc:sldMk cId="4228532970" sldId="274"/>
            <ac:picMk id="1026" creationId="{2062A635-057E-F638-CD6D-F0DE311D3B06}"/>
          </ac:picMkLst>
        </pc:picChg>
      </pc:sldChg>
      <pc:sldChg chg="addSp delSp modSp add mod">
        <pc:chgData name="Dey, Sumon Kanti" userId="d0b991bf-8a4d-4f4f-a0b7-8f19f709817b" providerId="ADAL" clId="{1A21DAB2-A132-4542-A508-B630B0D958D8}" dt="2025-03-26T23:15:21.890" v="1447" actId="20577"/>
        <pc:sldMkLst>
          <pc:docMk/>
          <pc:sldMk cId="3246221125" sldId="275"/>
        </pc:sldMkLst>
        <pc:spChg chg="mod">
          <ac:chgData name="Dey, Sumon Kanti" userId="d0b991bf-8a4d-4f4f-a0b7-8f19f709817b" providerId="ADAL" clId="{1A21DAB2-A132-4542-A508-B630B0D958D8}" dt="2025-03-26T23:15:21.890" v="1447" actId="20577"/>
          <ac:spMkLst>
            <pc:docMk/>
            <pc:sldMk cId="3246221125" sldId="275"/>
            <ac:spMk id="2" creationId="{EF1979DF-7445-0317-1220-BA69D711A8F6}"/>
          </ac:spMkLst>
        </pc:spChg>
        <pc:spChg chg="mod">
          <ac:chgData name="Dey, Sumon Kanti" userId="d0b991bf-8a4d-4f4f-a0b7-8f19f709817b" providerId="ADAL" clId="{1A21DAB2-A132-4542-A508-B630B0D958D8}" dt="2025-03-26T23:12:30.898" v="1434" actId="15"/>
          <ac:spMkLst>
            <pc:docMk/>
            <pc:sldMk cId="3246221125" sldId="275"/>
            <ac:spMk id="3" creationId="{6E18EF46-0D3C-0EFB-E153-9E43329682D6}"/>
          </ac:spMkLst>
        </pc:spChg>
        <pc:spChg chg="add del mod">
          <ac:chgData name="Dey, Sumon Kanti" userId="d0b991bf-8a4d-4f4f-a0b7-8f19f709817b" providerId="ADAL" clId="{1A21DAB2-A132-4542-A508-B630B0D958D8}" dt="2025-03-26T23:09:21.279" v="1362" actId="478"/>
          <ac:spMkLst>
            <pc:docMk/>
            <pc:sldMk cId="3246221125" sldId="275"/>
            <ac:spMk id="6" creationId="{5B25AE76-642F-C125-D779-A3C4B706D6E8}"/>
          </ac:spMkLst>
        </pc:spChg>
        <pc:spChg chg="del">
          <ac:chgData name="Dey, Sumon Kanti" userId="d0b991bf-8a4d-4f4f-a0b7-8f19f709817b" providerId="ADAL" clId="{1A21DAB2-A132-4542-A508-B630B0D958D8}" dt="2025-03-26T23:09:24.689" v="1363" actId="478"/>
          <ac:spMkLst>
            <pc:docMk/>
            <pc:sldMk cId="3246221125" sldId="275"/>
            <ac:spMk id="15" creationId="{F324FB67-30C5-BB3F-7372-C055DE318DD9}"/>
          </ac:spMkLst>
        </pc:spChg>
        <pc:picChg chg="del">
          <ac:chgData name="Dey, Sumon Kanti" userId="d0b991bf-8a4d-4f4f-a0b7-8f19f709817b" providerId="ADAL" clId="{1A21DAB2-A132-4542-A508-B630B0D958D8}" dt="2025-03-26T23:09:13.975" v="1361" actId="478"/>
          <ac:picMkLst>
            <pc:docMk/>
            <pc:sldMk cId="3246221125" sldId="275"/>
            <ac:picMk id="13" creationId="{0C63E764-1EC8-02EE-4644-78AFC31FC195}"/>
          </ac:picMkLst>
        </pc:picChg>
      </pc:sldChg>
      <pc:sldChg chg="modSp mod">
        <pc:chgData name="Dey, Sumon Kanti" userId="d0b991bf-8a4d-4f4f-a0b7-8f19f709817b" providerId="ADAL" clId="{1A21DAB2-A132-4542-A508-B630B0D958D8}" dt="2025-03-27T03:28:07.491" v="2255" actId="1076"/>
        <pc:sldMkLst>
          <pc:docMk/>
          <pc:sldMk cId="1227293199" sldId="276"/>
        </pc:sldMkLst>
        <pc:spChg chg="mod">
          <ac:chgData name="Dey, Sumon Kanti" userId="d0b991bf-8a4d-4f4f-a0b7-8f19f709817b" providerId="ADAL" clId="{1A21DAB2-A132-4542-A508-B630B0D958D8}" dt="2025-03-27T03:28:07.491" v="2255" actId="1076"/>
          <ac:spMkLst>
            <pc:docMk/>
            <pc:sldMk cId="1227293199" sldId="276"/>
            <ac:spMk id="3" creationId="{E17DA57E-7FC1-0CD9-9004-BED1D60FD0BD}"/>
          </ac:spMkLst>
        </pc:spChg>
        <pc:spChg chg="mod">
          <ac:chgData name="Dey, Sumon Kanti" userId="d0b991bf-8a4d-4f4f-a0b7-8f19f709817b" providerId="ADAL" clId="{1A21DAB2-A132-4542-A508-B630B0D958D8}" dt="2025-03-27T03:27:48.955" v="2254" actId="27636"/>
          <ac:spMkLst>
            <pc:docMk/>
            <pc:sldMk cId="1227293199" sldId="276"/>
            <ac:spMk id="6" creationId="{B382BF59-08A1-6451-44F6-DF9E1CE14E55}"/>
          </ac:spMkLst>
        </pc:spChg>
      </pc:sldChg>
      <pc:sldChg chg="addSp delSp modSp add mod">
        <pc:chgData name="Dey, Sumon Kanti" userId="d0b991bf-8a4d-4f4f-a0b7-8f19f709817b" providerId="ADAL" clId="{1A21DAB2-A132-4542-A508-B630B0D958D8}" dt="2025-03-27T01:49:24.134" v="1534" actId="27636"/>
        <pc:sldMkLst>
          <pc:docMk/>
          <pc:sldMk cId="4154194807" sldId="277"/>
        </pc:sldMkLst>
        <pc:spChg chg="mod">
          <ac:chgData name="Dey, Sumon Kanti" userId="d0b991bf-8a4d-4f4f-a0b7-8f19f709817b" providerId="ADAL" clId="{1A21DAB2-A132-4542-A508-B630B0D958D8}" dt="2025-03-27T01:42:09.373" v="1467" actId="20577"/>
          <ac:spMkLst>
            <pc:docMk/>
            <pc:sldMk cId="4154194807" sldId="277"/>
            <ac:spMk id="2" creationId="{138C3160-F42C-18BF-5BD6-2ACBF3EE1341}"/>
          </ac:spMkLst>
        </pc:spChg>
        <pc:spChg chg="add mod">
          <ac:chgData name="Dey, Sumon Kanti" userId="d0b991bf-8a4d-4f4f-a0b7-8f19f709817b" providerId="ADAL" clId="{1A21DAB2-A132-4542-A508-B630B0D958D8}" dt="2025-03-27T01:49:24.134" v="1534" actId="27636"/>
          <ac:spMkLst>
            <pc:docMk/>
            <pc:sldMk cId="4154194807" sldId="277"/>
            <ac:spMk id="4" creationId="{89487F3D-07B4-DFF2-40D3-4E7FC95148B1}"/>
          </ac:spMkLst>
        </pc:spChg>
        <pc:graphicFrameChg chg="del mod">
          <ac:chgData name="Dey, Sumon Kanti" userId="d0b991bf-8a4d-4f4f-a0b7-8f19f709817b" providerId="ADAL" clId="{1A21DAB2-A132-4542-A508-B630B0D958D8}" dt="2025-03-27T01:42:29.171" v="1470" actId="478"/>
          <ac:graphicFrameMkLst>
            <pc:docMk/>
            <pc:sldMk cId="4154194807" sldId="277"/>
            <ac:graphicFrameMk id="13" creationId="{21B680B5-61B9-23A0-1A00-696E1432F192}"/>
          </ac:graphicFrameMkLst>
        </pc:graphicFrameChg>
      </pc:sldChg>
      <pc:sldChg chg="modSp mod">
        <pc:chgData name="Dey, Sumon Kanti" userId="d0b991bf-8a4d-4f4f-a0b7-8f19f709817b" providerId="ADAL" clId="{1A21DAB2-A132-4542-A508-B630B0D958D8}" dt="2025-03-27T03:27:07.451" v="2247" actId="255"/>
        <pc:sldMkLst>
          <pc:docMk/>
          <pc:sldMk cId="4188965022" sldId="278"/>
        </pc:sldMkLst>
        <pc:spChg chg="mod">
          <ac:chgData name="Dey, Sumon Kanti" userId="d0b991bf-8a4d-4f4f-a0b7-8f19f709817b" providerId="ADAL" clId="{1A21DAB2-A132-4542-A508-B630B0D958D8}" dt="2025-03-27T03:27:07.451" v="2247" actId="255"/>
          <ac:spMkLst>
            <pc:docMk/>
            <pc:sldMk cId="4188965022" sldId="278"/>
            <ac:spMk id="4" creationId="{ED60BDBA-EFF2-0F44-3F19-CAB2784EF7B6}"/>
          </ac:spMkLst>
        </pc:spChg>
      </pc:sldChg>
      <pc:sldChg chg="modSp mod">
        <pc:chgData name="Dey, Sumon Kanti" userId="d0b991bf-8a4d-4f4f-a0b7-8f19f709817b" providerId="ADAL" clId="{1A21DAB2-A132-4542-A508-B630B0D958D8}" dt="2025-03-27T03:34:51.918" v="2269" actId="207"/>
        <pc:sldMkLst>
          <pc:docMk/>
          <pc:sldMk cId="278311178" sldId="279"/>
        </pc:sldMkLst>
        <pc:spChg chg="mod">
          <ac:chgData name="Dey, Sumon Kanti" userId="d0b991bf-8a4d-4f4f-a0b7-8f19f709817b" providerId="ADAL" clId="{1A21DAB2-A132-4542-A508-B630B0D958D8}" dt="2025-03-27T03:34:48.091" v="2268" actId="207"/>
          <ac:spMkLst>
            <pc:docMk/>
            <pc:sldMk cId="278311178" sldId="279"/>
            <ac:spMk id="7" creationId="{D8785E10-5DEA-DD5A-17D8-94F0A942FCF5}"/>
          </ac:spMkLst>
        </pc:spChg>
        <pc:spChg chg="mod">
          <ac:chgData name="Dey, Sumon Kanti" userId="d0b991bf-8a4d-4f4f-a0b7-8f19f709817b" providerId="ADAL" clId="{1A21DAB2-A132-4542-A508-B630B0D958D8}" dt="2025-03-27T03:34:51.918" v="2269" actId="207"/>
          <ac:spMkLst>
            <pc:docMk/>
            <pc:sldMk cId="278311178" sldId="279"/>
            <ac:spMk id="8" creationId="{6F2884ED-C79F-D303-8909-665FB8EE94D3}"/>
          </ac:spMkLst>
        </pc:spChg>
      </pc:sldChg>
      <pc:sldChg chg="modSp mod">
        <pc:chgData name="Dey, Sumon Kanti" userId="d0b991bf-8a4d-4f4f-a0b7-8f19f709817b" providerId="ADAL" clId="{1A21DAB2-A132-4542-A508-B630B0D958D8}" dt="2025-03-27T04:18:36.254" v="2296" actId="255"/>
        <pc:sldMkLst>
          <pc:docMk/>
          <pc:sldMk cId="735264327" sldId="280"/>
        </pc:sldMkLst>
        <pc:spChg chg="mod">
          <ac:chgData name="Dey, Sumon Kanti" userId="d0b991bf-8a4d-4f4f-a0b7-8f19f709817b" providerId="ADAL" clId="{1A21DAB2-A132-4542-A508-B630B0D958D8}" dt="2025-03-27T04:18:36.254" v="2296" actId="255"/>
          <ac:spMkLst>
            <pc:docMk/>
            <pc:sldMk cId="735264327" sldId="280"/>
            <ac:spMk id="32" creationId="{7E24F54C-86BD-6260-0D0A-E5BF1EF9E897}"/>
          </ac:spMkLst>
        </pc:spChg>
      </pc:sldChg>
      <pc:sldMasterChg chg="del delSldLayout">
        <pc:chgData name="Dey, Sumon Kanti" userId="d0b991bf-8a4d-4f4f-a0b7-8f19f709817b" providerId="ADAL" clId="{1A21DAB2-A132-4542-A508-B630B0D958D8}" dt="2025-03-26T19:11:33.618" v="0" actId="700"/>
        <pc:sldMasterMkLst>
          <pc:docMk/>
          <pc:sldMasterMk cId="0" sldId="2147483659"/>
        </pc:sldMasterMkLst>
        <pc:sldLayoutChg chg="del">
          <pc:chgData name="Dey, Sumon Kanti" userId="d0b991bf-8a4d-4f4f-a0b7-8f19f709817b" providerId="ADAL" clId="{1A21DAB2-A132-4542-A508-B630B0D958D8}" dt="2025-03-26T19:11:33.618" v="0" actId="700"/>
          <pc:sldLayoutMkLst>
            <pc:docMk/>
            <pc:sldMasterMk cId="0" sldId="2147483659"/>
            <pc:sldLayoutMk cId="0" sldId="2147483648"/>
          </pc:sldLayoutMkLst>
        </pc:sldLayoutChg>
      </pc:sldMasterChg>
      <pc:sldMasterChg chg="modSp modSldLayout">
        <pc:chgData name="Dey, Sumon Kanti" userId="d0b991bf-8a4d-4f4f-a0b7-8f19f709817b" providerId="ADAL" clId="{1A21DAB2-A132-4542-A508-B630B0D958D8}" dt="2025-03-26T19:14:10.579" v="2"/>
        <pc:sldMasterMkLst>
          <pc:docMk/>
          <pc:sldMasterMk cId="2209977519" sldId="2147483661"/>
        </pc:sldMasterMkLst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asterMk cId="2209977519" sldId="2147483661"/>
            <ac:spMk id="2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asterMk cId="2209977519" sldId="2147483661"/>
            <ac:spMk id="3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asterMk cId="2209977519" sldId="2147483661"/>
            <ac:spMk id="4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asterMk cId="2209977519" sldId="2147483661"/>
            <ac:spMk id="5" creationId="{00000000-0000-0000-0000-000000000000}"/>
          </ac:spMkLst>
        </pc:spChg>
        <pc:spChg chg="mod">
          <ac:chgData name="Dey, Sumon Kanti" userId="d0b991bf-8a4d-4f4f-a0b7-8f19f709817b" providerId="ADAL" clId="{1A21DAB2-A132-4542-A508-B630B0D958D8}" dt="2025-03-26T19:14:10.579" v="2"/>
          <ac:spMkLst>
            <pc:docMk/>
            <pc:sldMasterMk cId="2209977519" sldId="2147483661"/>
            <ac:spMk id="6" creationId="{00000000-0000-0000-0000-000000000000}"/>
          </ac:spMkLst>
        </pc:sp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3168075583" sldId="2147483649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168075583" sldId="2147483649"/>
              <ac:spMk id="2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960648375" sldId="2147483651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60648375" sldId="2147483651"/>
              <ac:spMk id="2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2782244947" sldId="2147483652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2782244947" sldId="2147483652"/>
              <ac:spMk id="3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990158736" sldId="2147483653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90158736" sldId="2147483653"/>
              <ac:spMk id="3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90158736" sldId="2147483653"/>
              <ac:spMk id="4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90158736" sldId="2147483653"/>
              <ac:spMk id="5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1840726560" sldId="2147483656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1840726560" sldId="2147483656"/>
              <ac:spMk id="2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1840726560" sldId="2147483656"/>
              <ac:spMk id="3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3889236939" sldId="2147483657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889236939" sldId="2147483657"/>
              <ac:spMk id="2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889236939" sldId="2147483657"/>
              <ac:spMk id="3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Dey, Sumon Kanti" userId="d0b991bf-8a4d-4f4f-a0b7-8f19f709817b" providerId="ADAL" clId="{1A21DAB2-A132-4542-A508-B630B0D958D8}" dt="2025-03-26T19:14:10.579" v="2"/>
          <pc:sldLayoutMkLst>
            <pc:docMk/>
            <pc:sldMasterMk cId="2209977519" sldId="2147483661"/>
            <pc:sldLayoutMk cId="3612223792" sldId="2147483660"/>
          </pc:sldLayoutMkLst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612223792" sldId="2147483660"/>
              <ac:spMk id="2" creationId="{00000000-0000-0000-0000-000000000000}"/>
            </ac:spMkLst>
          </pc:spChg>
          <pc:spChg chg="mod">
            <ac:chgData name="Dey, Sumon Kanti" userId="d0b991bf-8a4d-4f4f-a0b7-8f19f709817b" providerId="ADAL" clId="{1A21DAB2-A132-4542-A508-B630B0D958D8}" dt="2025-03-26T19:14:10.579" v="2"/>
            <ac:spMkLst>
              <pc:docMk/>
              <pc:sldMasterMk cId="2209977519" sldId="2147483661"/>
              <pc:sldLayoutMk cId="3612223792" sldId="2147483660"/>
              <ac:spMk id="3" creationId="{00000000-0000-0000-0000-000000000000}"/>
            </ac:spMkLst>
          </pc:spChg>
        </pc:sldLayoutChg>
      </pc:sldMasterChg>
    </pc:docChg>
  </pc:docChgLst>
  <pc:docChgLst>
    <pc:chgData name="Dey, Sumon Kanti" userId="S::sdey26@emory.edu::d0b991bf-8a4d-4f4f-a0b7-8f19f709817b" providerId="AD" clId="Web-{BBF3EF1A-8077-3543-9BF6-D02E4B643E35}"/>
    <pc:docChg chg="addSld delSld modSld">
      <pc:chgData name="Dey, Sumon Kanti" userId="S::sdey26@emory.edu::d0b991bf-8a4d-4f4f-a0b7-8f19f709817b" providerId="AD" clId="Web-{BBF3EF1A-8077-3543-9BF6-D02E4B643E35}" dt="2025-03-26T23:24:41.177" v="191" actId="1076"/>
      <pc:docMkLst>
        <pc:docMk/>
      </pc:docMkLst>
      <pc:sldChg chg="addSp delSp modSp mod modClrScheme chgLayout">
        <pc:chgData name="Dey, Sumon Kanti" userId="S::sdey26@emory.edu::d0b991bf-8a4d-4f4f-a0b7-8f19f709817b" providerId="AD" clId="Web-{BBF3EF1A-8077-3543-9BF6-D02E4B643E35}" dt="2025-03-26T22:27:10.813" v="98" actId="14100"/>
        <pc:sldMkLst>
          <pc:docMk/>
          <pc:sldMk cId="1408337101" sldId="266"/>
        </pc:sldMkLst>
        <pc:spChg chg="mod ord">
          <ac:chgData name="Dey, Sumon Kanti" userId="S::sdey26@emory.edu::d0b991bf-8a4d-4f4f-a0b7-8f19f709817b" providerId="AD" clId="Web-{BBF3EF1A-8077-3543-9BF6-D02E4B643E35}" dt="2025-03-26T22:26:20.920" v="93"/>
          <ac:spMkLst>
            <pc:docMk/>
            <pc:sldMk cId="1408337101" sldId="266"/>
            <ac:spMk id="2" creationId="{66BA2047-3F32-8334-AA01-6DDC8BDC757B}"/>
          </ac:spMkLst>
        </pc:spChg>
        <pc:spChg chg="add del mod ord">
          <ac:chgData name="Dey, Sumon Kanti" userId="S::sdey26@emory.edu::d0b991bf-8a4d-4f4f-a0b7-8f19f709817b" providerId="AD" clId="Web-{BBF3EF1A-8077-3543-9BF6-D02E4B643E35}" dt="2025-03-26T22:26:20.920" v="93"/>
          <ac:spMkLst>
            <pc:docMk/>
            <pc:sldMk cId="1408337101" sldId="266"/>
            <ac:spMk id="3" creationId="{5DB01F9A-B847-3DA0-8B91-323222F07DE8}"/>
          </ac:spMkLst>
        </pc:spChg>
        <pc:spChg chg="add del mod">
          <ac:chgData name="Dey, Sumon Kanti" userId="S::sdey26@emory.edu::d0b991bf-8a4d-4f4f-a0b7-8f19f709817b" providerId="AD" clId="Web-{BBF3EF1A-8077-3543-9BF6-D02E4B643E35}" dt="2025-03-26T19:16:23.225" v="8"/>
          <ac:spMkLst>
            <pc:docMk/>
            <pc:sldMk cId="1408337101" sldId="266"/>
            <ac:spMk id="3" creationId="{B8450ACF-5FFA-9112-3B5B-79FF2942832C}"/>
          </ac:spMkLst>
        </pc:spChg>
        <pc:spChg chg="mod">
          <ac:chgData name="Dey, Sumon Kanti" userId="S::sdey26@emory.edu::d0b991bf-8a4d-4f4f-a0b7-8f19f709817b" providerId="AD" clId="Web-{BBF3EF1A-8077-3543-9BF6-D02E4B643E35}" dt="2025-03-26T22:27:10.813" v="98" actId="14100"/>
          <ac:spMkLst>
            <pc:docMk/>
            <pc:sldMk cId="1408337101" sldId="266"/>
            <ac:spMk id="4" creationId="{90608F2E-D2F0-4A88-ECB0-DDEF017AA489}"/>
          </ac:spMkLst>
        </pc:spChg>
        <pc:spChg chg="mod">
          <ac:chgData name="Dey, Sumon Kanti" userId="S::sdey26@emory.edu::d0b991bf-8a4d-4f4f-a0b7-8f19f709817b" providerId="AD" clId="Web-{BBF3EF1A-8077-3543-9BF6-D02E4B643E35}" dt="2025-03-26T19:28:59.422" v="79"/>
          <ac:spMkLst>
            <pc:docMk/>
            <pc:sldMk cId="1408337101" sldId="266"/>
            <ac:spMk id="5" creationId="{AE0A1801-A79A-7941-447A-78EB11603859}"/>
          </ac:spMkLst>
        </pc:spChg>
        <pc:spChg chg="add del mod">
          <ac:chgData name="Dey, Sumon Kanti" userId="S::sdey26@emory.edu::d0b991bf-8a4d-4f4f-a0b7-8f19f709817b" providerId="AD" clId="Web-{BBF3EF1A-8077-3543-9BF6-D02E4B643E35}" dt="2025-03-26T19:24:29.464" v="68"/>
          <ac:spMkLst>
            <pc:docMk/>
            <pc:sldMk cId="1408337101" sldId="266"/>
            <ac:spMk id="6" creationId="{ADB6C59E-C6C6-87CB-6C8E-D07D415E2ECD}"/>
          </ac:spMkLst>
        </pc:spChg>
        <pc:spChg chg="add del mod ord">
          <ac:chgData name="Dey, Sumon Kanti" userId="S::sdey26@emory.edu::d0b991bf-8a4d-4f4f-a0b7-8f19f709817b" providerId="AD" clId="Web-{BBF3EF1A-8077-3543-9BF6-D02E4B643E35}" dt="2025-03-26T22:26:20.920" v="93"/>
          <ac:spMkLst>
            <pc:docMk/>
            <pc:sldMk cId="1408337101" sldId="266"/>
            <ac:spMk id="6" creationId="{D97B4870-2204-53E6-F7DB-1A760EE22D82}"/>
          </ac:spMkLst>
        </pc:spChg>
        <pc:spChg chg="add mod">
          <ac:chgData name="Dey, Sumon Kanti" userId="S::sdey26@emory.edu::d0b991bf-8a4d-4f4f-a0b7-8f19f709817b" providerId="AD" clId="Web-{BBF3EF1A-8077-3543-9BF6-D02E4B643E35}" dt="2025-03-26T19:24:56.609" v="73"/>
          <ac:spMkLst>
            <pc:docMk/>
            <pc:sldMk cId="1408337101" sldId="266"/>
            <ac:spMk id="7" creationId="{22FAFBDA-4490-A281-47BF-146CB5891068}"/>
          </ac:spMkLst>
        </pc:spChg>
        <pc:spChg chg="add mod">
          <ac:chgData name="Dey, Sumon Kanti" userId="S::sdey26@emory.edu::d0b991bf-8a4d-4f4f-a0b7-8f19f709817b" providerId="AD" clId="Web-{BBF3EF1A-8077-3543-9BF6-D02E4B643E35}" dt="2025-03-26T19:25:33.954" v="75" actId="1076"/>
          <ac:spMkLst>
            <pc:docMk/>
            <pc:sldMk cId="1408337101" sldId="266"/>
            <ac:spMk id="8" creationId="{ED9A5E18-1F27-DA4D-00BF-CE47585C9F45}"/>
          </ac:spMkLst>
        </pc:spChg>
        <pc:spChg chg="add mod">
          <ac:chgData name="Dey, Sumon Kanti" userId="S::sdey26@emory.edu::d0b991bf-8a4d-4f4f-a0b7-8f19f709817b" providerId="AD" clId="Web-{BBF3EF1A-8077-3543-9BF6-D02E4B643E35}" dt="2025-03-26T19:25:44.142" v="77" actId="1076"/>
          <ac:spMkLst>
            <pc:docMk/>
            <pc:sldMk cId="1408337101" sldId="266"/>
            <ac:spMk id="9" creationId="{15F24DDE-D649-D2F1-EF32-A3CF63D8CA9D}"/>
          </ac:spMkLst>
        </pc:spChg>
        <pc:spChg chg="add del mod ord">
          <ac:chgData name="Dey, Sumon Kanti" userId="S::sdey26@emory.edu::d0b991bf-8a4d-4f4f-a0b7-8f19f709817b" providerId="AD" clId="Web-{BBF3EF1A-8077-3543-9BF6-D02E4B643E35}" dt="2025-03-26T22:26:20.920" v="93"/>
          <ac:spMkLst>
            <pc:docMk/>
            <pc:sldMk cId="1408337101" sldId="266"/>
            <ac:spMk id="12" creationId="{32FFA122-9086-1FE0-6DCC-78A1E94B0AD0}"/>
          </ac:spMkLst>
        </pc:spChg>
        <pc:spChg chg="add del mod ord">
          <ac:chgData name="Dey, Sumon Kanti" userId="S::sdey26@emory.edu::d0b991bf-8a4d-4f4f-a0b7-8f19f709817b" providerId="AD" clId="Web-{BBF3EF1A-8077-3543-9BF6-D02E4B643E35}" dt="2025-03-26T22:26:20.920" v="93"/>
          <ac:spMkLst>
            <pc:docMk/>
            <pc:sldMk cId="1408337101" sldId="266"/>
            <ac:spMk id="13" creationId="{9CBB5051-BFC5-5215-CC03-371FE22F3B02}"/>
          </ac:spMkLst>
        </pc:spChg>
        <pc:picChg chg="add del mod ord">
          <ac:chgData name="Dey, Sumon Kanti" userId="S::sdey26@emory.edu::d0b991bf-8a4d-4f4f-a0b7-8f19f709817b" providerId="AD" clId="Web-{BBF3EF1A-8077-3543-9BF6-D02E4B643E35}" dt="2025-03-26T22:26:17.936" v="88"/>
          <ac:picMkLst>
            <pc:docMk/>
            <pc:sldMk cId="1408337101" sldId="266"/>
            <ac:picMk id="14" creationId="{EE5F38C4-1B9D-30B3-6A34-06F0D68F1FF0}"/>
          </ac:picMkLst>
        </pc:picChg>
      </pc:sldChg>
      <pc:sldChg chg="addSp delSp modSp mod modClrScheme chgLayout">
        <pc:chgData name="Dey, Sumon Kanti" userId="S::sdey26@emory.edu::d0b991bf-8a4d-4f4f-a0b7-8f19f709817b" providerId="AD" clId="Web-{BBF3EF1A-8077-3543-9BF6-D02E4B643E35}" dt="2025-03-26T22:44:17.522" v="140" actId="20577"/>
        <pc:sldMkLst>
          <pc:docMk/>
          <pc:sldMk cId="3540260860" sldId="267"/>
        </pc:sldMkLst>
        <pc:spChg chg="mod ord">
          <ac:chgData name="Dey, Sumon Kanti" userId="S::sdey26@emory.edu::d0b991bf-8a4d-4f4f-a0b7-8f19f709817b" providerId="AD" clId="Web-{BBF3EF1A-8077-3543-9BF6-D02E4B643E35}" dt="2025-03-26T22:43:29.833" v="99"/>
          <ac:spMkLst>
            <pc:docMk/>
            <pc:sldMk cId="3540260860" sldId="267"/>
            <ac:spMk id="2" creationId="{0D634EEF-D16A-6E50-B63A-D720761D7DF2}"/>
          </ac:spMkLst>
        </pc:spChg>
        <pc:spChg chg="add mod ord">
          <ac:chgData name="Dey, Sumon Kanti" userId="S::sdey26@emory.edu::d0b991bf-8a4d-4f4f-a0b7-8f19f709817b" providerId="AD" clId="Web-{BBF3EF1A-8077-3543-9BF6-D02E4B643E35}" dt="2025-03-26T22:44:17.522" v="140" actId="20577"/>
          <ac:spMkLst>
            <pc:docMk/>
            <pc:sldMk cId="3540260860" sldId="267"/>
            <ac:spMk id="3" creationId="{16B5C5A0-A677-2E7E-538B-5421CE9B554D}"/>
          </ac:spMkLst>
        </pc:spChg>
        <pc:spChg chg="del mod">
          <ac:chgData name="Dey, Sumon Kanti" userId="S::sdey26@emory.edu::d0b991bf-8a4d-4f4f-a0b7-8f19f709817b" providerId="AD" clId="Web-{BBF3EF1A-8077-3543-9BF6-D02E4B643E35}" dt="2025-03-26T22:43:35.177" v="102"/>
          <ac:spMkLst>
            <pc:docMk/>
            <pc:sldMk cId="3540260860" sldId="267"/>
            <ac:spMk id="4" creationId="{50245473-5263-B1DF-2FB1-B8395A4C4DE3}"/>
          </ac:spMkLst>
        </pc:spChg>
        <pc:spChg chg="add mod ord">
          <ac:chgData name="Dey, Sumon Kanti" userId="S::sdey26@emory.edu::d0b991bf-8a4d-4f4f-a0b7-8f19f709817b" providerId="AD" clId="Web-{BBF3EF1A-8077-3543-9BF6-D02E4B643E35}" dt="2025-03-26T22:43:29.833" v="99"/>
          <ac:spMkLst>
            <pc:docMk/>
            <pc:sldMk cId="3540260860" sldId="267"/>
            <ac:spMk id="6" creationId="{A3F53239-C613-F4D9-F640-267CF898122B}"/>
          </ac:spMkLst>
        </pc:spChg>
      </pc:sldChg>
      <pc:sldChg chg="addSp modSp del">
        <pc:chgData name="Dey, Sumon Kanti" userId="S::sdey26@emory.edu::d0b991bf-8a4d-4f4f-a0b7-8f19f709817b" providerId="AD" clId="Web-{BBF3EF1A-8077-3543-9BF6-D02E4B643E35}" dt="2025-03-26T23:19:50.540" v="153"/>
        <pc:sldMkLst>
          <pc:docMk/>
          <pc:sldMk cId="3246221125" sldId="275"/>
        </pc:sldMkLst>
        <pc:spChg chg="add mod">
          <ac:chgData name="Dey, Sumon Kanti" userId="S::sdey26@emory.edu::d0b991bf-8a4d-4f4f-a0b7-8f19f709817b" providerId="AD" clId="Web-{BBF3EF1A-8077-3543-9BF6-D02E4B643E35}" dt="2025-03-26T23:18:48.272" v="142"/>
          <ac:spMkLst>
            <pc:docMk/>
            <pc:sldMk cId="3246221125" sldId="275"/>
            <ac:spMk id="4" creationId="{A4E0BEF3-3FEA-07B8-AF29-9AC16AE09D01}"/>
          </ac:spMkLst>
        </pc:spChg>
      </pc:sldChg>
      <pc:sldChg chg="addSp delSp modSp add replId">
        <pc:chgData name="Dey, Sumon Kanti" userId="S::sdey26@emory.edu::d0b991bf-8a4d-4f4f-a0b7-8f19f709817b" providerId="AD" clId="Web-{BBF3EF1A-8077-3543-9BF6-D02E4B643E35}" dt="2025-03-26T23:24:41.177" v="191" actId="1076"/>
        <pc:sldMkLst>
          <pc:docMk/>
          <pc:sldMk cId="1227293199" sldId="276"/>
        </pc:sldMkLst>
        <pc:spChg chg="mod">
          <ac:chgData name="Dey, Sumon Kanti" userId="S::sdey26@emory.edu::d0b991bf-8a4d-4f4f-a0b7-8f19f709817b" providerId="AD" clId="Web-{BBF3EF1A-8077-3543-9BF6-D02E4B643E35}" dt="2025-03-26T23:20:06.478" v="166" actId="20577"/>
          <ac:spMkLst>
            <pc:docMk/>
            <pc:sldMk cId="1227293199" sldId="276"/>
            <ac:spMk id="2" creationId="{E2A09EE6-55A5-CBC5-E34D-CC08F8483995}"/>
          </ac:spMkLst>
        </pc:spChg>
        <pc:spChg chg="mod">
          <ac:chgData name="Dey, Sumon Kanti" userId="S::sdey26@emory.edu::d0b991bf-8a4d-4f4f-a0b7-8f19f709817b" providerId="AD" clId="Web-{BBF3EF1A-8077-3543-9BF6-D02E4B643E35}" dt="2025-03-26T23:21:30.591" v="180" actId="1076"/>
          <ac:spMkLst>
            <pc:docMk/>
            <pc:sldMk cId="1227293199" sldId="276"/>
            <ac:spMk id="3" creationId="{E17DA57E-7FC1-0CD9-9004-BED1D60FD0BD}"/>
          </ac:spMkLst>
        </pc:spChg>
        <pc:spChg chg="add mod">
          <ac:chgData name="Dey, Sumon Kanti" userId="S::sdey26@emory.edu::d0b991bf-8a4d-4f4f-a0b7-8f19f709817b" providerId="AD" clId="Web-{BBF3EF1A-8077-3543-9BF6-D02E4B643E35}" dt="2025-03-26T23:24:41.177" v="191" actId="1076"/>
          <ac:spMkLst>
            <pc:docMk/>
            <pc:sldMk cId="1227293199" sldId="276"/>
            <ac:spMk id="6" creationId="{B382BF59-08A1-6451-44F6-DF9E1CE14E55}"/>
          </ac:spMkLst>
        </pc:spChg>
        <pc:spChg chg="del mod">
          <ac:chgData name="Dey, Sumon Kanti" userId="S::sdey26@emory.edu::d0b991bf-8a4d-4f4f-a0b7-8f19f709817b" providerId="AD" clId="Web-{BBF3EF1A-8077-3543-9BF6-D02E4B643E35}" dt="2025-03-26T23:19:31.820" v="149"/>
          <ac:spMkLst>
            <pc:docMk/>
            <pc:sldMk cId="1227293199" sldId="276"/>
            <ac:spMk id="15" creationId="{4D2032D5-3D03-3D40-0AEE-8EB69FFE2A9F}"/>
          </ac:spMkLst>
        </pc:spChg>
        <pc:picChg chg="del">
          <ac:chgData name="Dey, Sumon Kanti" userId="S::sdey26@emory.edu::d0b991bf-8a4d-4f4f-a0b7-8f19f709817b" providerId="AD" clId="Web-{BBF3EF1A-8077-3543-9BF6-D02E4B643E35}" dt="2025-03-26T23:19:18.210" v="146"/>
          <ac:picMkLst>
            <pc:docMk/>
            <pc:sldMk cId="1227293199" sldId="276"/>
            <ac:picMk id="13" creationId="{D4C006CA-FC04-35DB-C65B-4FEEF71F30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598A6-F1BE-439C-8EBC-0D427FC6A233}" type="datetimeFigureOut"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C9D93-BC28-4C04-B9A2-7AC9170961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8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4468-3E39-76F0-E4CA-824FAFB7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132" y="972152"/>
            <a:ext cx="11440427" cy="501476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r>
              <a:rPr lang="en-US">
                <a:latin typeface="Georgia Pro"/>
                <a:ea typeface="Calibri"/>
                <a:cs typeface="Calibri"/>
              </a:rPr>
              <a:t>   </a:t>
            </a: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Context Aware Image Caption Generation Using Deep Learning Algorithm</a:t>
            </a:r>
            <a:br>
              <a:rPr lang="en-US">
                <a:ea typeface="Calibri"/>
                <a:cs typeface="Calibri"/>
              </a:rPr>
            </a:br>
            <a:br>
              <a:rPr lang="en-US">
                <a:latin typeface="Georgia Pro"/>
                <a:ea typeface="Calibri"/>
                <a:cs typeface="Calibri"/>
              </a:rPr>
            </a:br>
            <a:r>
              <a:rPr lang="en-US" sz="2000">
                <a:ea typeface="Calibri"/>
                <a:cs typeface="Calibri"/>
              </a:rPr>
              <a:t>Mohammad Sina </a:t>
            </a:r>
            <a:r>
              <a:rPr lang="en-US" sz="2000" err="1">
                <a:ea typeface="Calibri"/>
                <a:cs typeface="Calibri"/>
              </a:rPr>
              <a:t>Hassannia</a:t>
            </a:r>
            <a:r>
              <a:rPr lang="en-US" sz="2000">
                <a:ea typeface="Calibri"/>
                <a:cs typeface="Calibri"/>
              </a:rPr>
              <a:t> , Sumon Kanti Dey and Lovely Yeswanth </a:t>
            </a:r>
            <a:r>
              <a:rPr lang="en-US" sz="2000" err="1">
                <a:ea typeface="Calibri"/>
                <a:cs typeface="Calibri"/>
              </a:rPr>
              <a:t>Panchumarthi</a:t>
            </a:r>
            <a:br>
              <a:rPr lang="en-US" sz="2000"/>
            </a:br>
            <a:br>
              <a:rPr lang="en-US" sz="2000">
                <a:cs typeface="Calibri"/>
              </a:rPr>
            </a:br>
            <a:r>
              <a:rPr lang="en-US" sz="2000">
                <a:ea typeface="Calibri"/>
                <a:cs typeface="Calibri"/>
              </a:rPr>
              <a:t>March 27, 2025</a:t>
            </a:r>
            <a:br>
              <a:rPr lang="en-US"/>
            </a:br>
            <a:br>
              <a:rPr lang="en-US">
                <a:latin typeface="Georgia Pro"/>
                <a:ea typeface="Calibri"/>
                <a:cs typeface="Calibri"/>
              </a:rPr>
            </a:br>
            <a:r>
              <a:rPr lang="en-US" sz="2200">
                <a:latin typeface="Georgia Pro"/>
                <a:ea typeface="Calibri"/>
                <a:cs typeface="Calibri"/>
              </a:rPr>
              <a:t>                       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</a:pPr>
            <a:r>
              <a:rPr lang="en-US" sz="2200">
                <a:latin typeface="Georgia Pro"/>
                <a:ea typeface="Calibri"/>
                <a:cs typeface="Calibri"/>
              </a:rPr>
              <a:t>                                         </a:t>
            </a:r>
          </a:p>
          <a:p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endParaRPr lang="en-US">
              <a:latin typeface="Georgia Pro"/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  <p:pic>
        <p:nvPicPr>
          <p:cNvPr id="3" name="Picture 2" descr="A logo of a university&#10;&#10;AI-generated content may be incorrect.">
            <a:extLst>
              <a:ext uri="{FF2B5EF4-FFF2-40B4-BE49-F238E27FC236}">
                <a16:creationId xmlns:a16="http://schemas.microsoft.com/office/drawing/2014/main" id="{F5215B0D-A099-739D-ACE3-E398AFFA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709084"/>
            <a:ext cx="3333750" cy="201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8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F813-3C3F-1824-F04F-D4D2BFD9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2047-3F32-8334-AA01-6DDC8BDC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238" y="370723"/>
            <a:ext cx="8893856" cy="1052946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Introduction to the </a:t>
            </a:r>
            <a:r>
              <a:rPr lang="en-US">
                <a:ea typeface="Calibri"/>
                <a:cs typeface="Calibri"/>
              </a:rPr>
              <a:t>Problem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08F2E-D2F0-4A88-ECB0-DDEF017AA489}"/>
              </a:ext>
            </a:extLst>
          </p:cNvPr>
          <p:cNvSpPr txBox="1"/>
          <p:nvPr/>
        </p:nvSpPr>
        <p:spPr>
          <a:xfrm>
            <a:off x="845562" y="1424285"/>
            <a:ext cx="9652240" cy="47743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Image captioning is the task of describing the content of an image in natural language.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Traditional image captioning focuses on describing objects and actions in an image.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Context-aware captioning  requires: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Understanding visual content (objects, scenes, actions).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Captures </a:t>
            </a:r>
            <a:r>
              <a:rPr lang="en-US" sz="1600" b="1">
                <a:latin typeface="Times New Roman"/>
                <a:cs typeface="Times New Roman"/>
              </a:rPr>
              <a:t>intent</a:t>
            </a:r>
            <a:r>
              <a:rPr lang="en-US" sz="1600">
                <a:latin typeface="Times New Roman"/>
                <a:cs typeface="Times New Roman"/>
              </a:rPr>
              <a:t>, </a:t>
            </a:r>
            <a:r>
              <a:rPr lang="en-US" sz="1600" b="1">
                <a:latin typeface="Times New Roman"/>
                <a:cs typeface="Times New Roman"/>
              </a:rPr>
              <a:t>interactions</a:t>
            </a:r>
            <a:r>
              <a:rPr lang="en-US" sz="1600">
                <a:latin typeface="Times New Roman"/>
                <a:cs typeface="Times New Roman"/>
              </a:rPr>
              <a:t>, and </a:t>
            </a:r>
            <a:r>
              <a:rPr lang="en-US" sz="1600" b="1">
                <a:latin typeface="Times New Roman"/>
                <a:cs typeface="Times New Roman"/>
              </a:rPr>
              <a:t>background details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  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 Importance: 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Facilitates Dataset Annotation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Helps visually impaired users understand image content through descriptive text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Enables Visual Question Answering (VQA)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Enables Cross-lingual Applications.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Improves E-commerce Experience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ea typeface="Calibri"/>
                <a:cs typeface="Times New Roman"/>
              </a:rPr>
              <a:t>Application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ea typeface="Calibri"/>
                <a:cs typeface="Calibri"/>
              </a:rPr>
              <a:t>Social</a:t>
            </a:r>
            <a:r>
              <a:rPr lang="en-US" sz="1600">
                <a:latin typeface="Times New Roman"/>
                <a:ea typeface="+mn-lt"/>
                <a:cs typeface="+mn-lt"/>
              </a:rPr>
              <a:t> Media Automation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Human-Robot Interaction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Education and Assistive Tools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>
              <a:lnSpc>
                <a:spcPts val="2100"/>
              </a:lnSpc>
            </a:pPr>
            <a:endParaRPr lang="en-US" sz="1600">
              <a:latin typeface="Times New Roman"/>
              <a:ea typeface="Calibr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A1801-A79A-7941-447A-78EB11603859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AFBDA-4490-A281-47BF-146CB5891068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A5E18-1F27-DA4D-00BF-CE47585C9F45}"/>
              </a:ext>
            </a:extLst>
          </p:cNvPr>
          <p:cNvSpPr txBox="1"/>
          <p:nvPr/>
        </p:nvSpPr>
        <p:spPr>
          <a:xfrm>
            <a:off x="3876878" y="6549538"/>
            <a:ext cx="1398390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4DDE-D649-D2F1-EF32-A3CF63D8CA9D}"/>
              </a:ext>
            </a:extLst>
          </p:cNvPr>
          <p:cNvSpPr txBox="1"/>
          <p:nvPr/>
        </p:nvSpPr>
        <p:spPr>
          <a:xfrm>
            <a:off x="5636063" y="6549537"/>
            <a:ext cx="1968430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52F9AF-12EE-5B04-98F7-870CB0FEDEA2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2C4CF-79C9-ACC9-A7A0-5FB109AF170F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40833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D207-EF25-D908-89FF-3403B75D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79F8-A8F7-A154-5E7A-1C534E38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080" y="759655"/>
            <a:ext cx="9463880" cy="886265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Why it is important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C72C7-F5AE-0459-A308-9480F4F27F34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C9DDB-B7E1-F27D-B90D-6EABC437BD39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08912-4410-A679-8426-9F2AA29DA05B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444DB-5B04-A419-3903-3A15899F5315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41F41-3302-76E8-5AAA-FA0FFFA093D2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228D1-572D-7556-D5AA-607DA6EC58CA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pic>
        <p:nvPicPr>
          <p:cNvPr id="6" name="Picture 5" descr="A close-up of several objects&#10;&#10;Description automatically generated">
            <a:extLst>
              <a:ext uri="{FF2B5EF4-FFF2-40B4-BE49-F238E27FC236}">
                <a16:creationId xmlns:a16="http://schemas.microsoft.com/office/drawing/2014/main" id="{5901A870-8624-3F6D-1C0F-99209D73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2087879"/>
            <a:ext cx="10926900" cy="2698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414938-46EF-9AA3-FC31-A96F85254190}"/>
              </a:ext>
            </a:extLst>
          </p:cNvPr>
          <p:cNvSpPr txBox="1"/>
          <p:nvPr/>
        </p:nvSpPr>
        <p:spPr>
          <a:xfrm>
            <a:off x="609780" y="4786196"/>
            <a:ext cx="111383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>
                <a:latin typeface="Times New Roman" panose="02020603050405020304" pitchFamily="18" charset="0"/>
                <a:cs typeface="Times New Roman" panose="02020603050405020304" pitchFamily="18" charset="0"/>
              </a:rPr>
              <a:t>Nayak, Shravan, Kanishk Jain, Rabiul Awal, Siva Reddy, Sjoerd Van </a:t>
            </a:r>
            <a:r>
              <a:rPr lang="en-US" sz="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Steenkiste</a:t>
            </a:r>
            <a:r>
              <a:rPr lang="en-US" sz="800">
                <a:latin typeface="Times New Roman" panose="02020603050405020304" pitchFamily="18" charset="0"/>
                <a:cs typeface="Times New Roman" panose="02020603050405020304" pitchFamily="18" charset="0"/>
              </a:rPr>
              <a:t>, Lisa Anne Hendricks, and Aishwarya Agrawal. "Benchmarking vision language models for cultural understanding." </a:t>
            </a:r>
            <a:r>
              <a:rPr lang="en-US" sz="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80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arXiv:2407.10920 (2024).</a:t>
            </a:r>
          </a:p>
        </p:txBody>
      </p:sp>
    </p:spTree>
    <p:extLst>
      <p:ext uri="{BB962C8B-B14F-4D97-AF65-F5344CB8AC3E}">
        <p14:creationId xmlns:p14="http://schemas.microsoft.com/office/powerpoint/2010/main" val="422853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22B6-D4DC-DB3C-8A15-E5C18D1A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4EEF-D16A-6E50-B63A-D720761D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Data Overview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C5A0-A677-2E7E-538B-5421CE9B5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17639"/>
            <a:ext cx="5881483" cy="47085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600">
                <a:latin typeface="Times New Roman"/>
                <a:cs typeface="Times New Roman"/>
              </a:rPr>
              <a:t>Flickr8k Dataset Overview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Benchmark dataset for image-to-text description tasks.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8,000 real-</a:t>
            </a:r>
            <a:r>
              <a:rPr lang="en-US" sz="1600"/>
              <a:t>world</a:t>
            </a:r>
            <a:r>
              <a:rPr lang="en-US" sz="1600">
                <a:latin typeface="Times New Roman"/>
                <a:cs typeface="Times New Roman"/>
              </a:rPr>
              <a:t> </a:t>
            </a:r>
            <a:r>
              <a:rPr lang="en-US" sz="1600"/>
              <a:t>images</a:t>
            </a:r>
            <a:r>
              <a:rPr lang="en-US" sz="1600">
                <a:latin typeface="Times New Roman"/>
                <a:cs typeface="Times New Roman"/>
              </a:rPr>
              <a:t>, each paired with 5 human-annotated captions.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Captions focus on events, actions, and scenes.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Exclude </a:t>
            </a:r>
            <a:r>
              <a:rPr lang="en-US" sz="1600"/>
              <a:t>famous</a:t>
            </a:r>
            <a:r>
              <a:rPr lang="en-US" sz="1600">
                <a:latin typeface="Times New Roman"/>
                <a:cs typeface="Times New Roman"/>
              </a:rPr>
              <a:t> people and landmarks – ensuring general applicability.</a:t>
            </a:r>
          </a:p>
          <a:p>
            <a:pPr marL="457200" lvl="1" indent="0">
              <a:buNone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600">
                <a:latin typeface="Times New Roman"/>
                <a:cs typeface="Times New Roman"/>
              </a:rPr>
              <a:t>Split details: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6K training, 1K validation, 1K test images</a:t>
            </a:r>
          </a:p>
          <a:p>
            <a:pPr marL="457200" lvl="1" indent="0">
              <a:buNone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600">
                <a:latin typeface="Times New Roman"/>
                <a:cs typeface="Times New Roman"/>
              </a:rPr>
              <a:t>Preprocessing: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,monospace" pitchFamily="2" charset="2"/>
              <a:buChar char="o"/>
            </a:pPr>
            <a:r>
              <a:rPr lang="en-US" sz="1600">
                <a:latin typeface="Times New Roman"/>
                <a:cs typeface="Times New Roman"/>
              </a:rPr>
              <a:t>Text Preprocessing : Remove special characters, Convert all captions to lowercase.</a:t>
            </a:r>
          </a:p>
          <a:p>
            <a:pPr lvl="1"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Image Preprocessing: </a:t>
            </a:r>
            <a:r>
              <a:rPr lang="en-US" sz="1600">
                <a:latin typeface="Times New Roman"/>
                <a:ea typeface="+mn-lt"/>
                <a:cs typeface="Times New Roman"/>
              </a:rPr>
              <a:t>Resize images  - Normalize pixel values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itchFamily="2" charset="2"/>
              <a:buChar char="o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 descr="A close-up of a list of text&#10;&#10;Description automatically generated">
            <a:extLst>
              <a:ext uri="{FF2B5EF4-FFF2-40B4-BE49-F238E27FC236}">
                <a16:creationId xmlns:a16="http://schemas.microsoft.com/office/drawing/2014/main" id="{16F2F797-881B-FD87-6A86-2C0F45DE8F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9501" y="2189946"/>
            <a:ext cx="4923993" cy="199481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D76960-4DAB-661D-A9F9-60FDA69057F4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1BBDA-4F2D-6A72-A2AA-F920F1520304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87F9D-814F-ED84-41C9-BB0CEAD5D949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05936-3235-B1CB-CF61-DC4DD95E9C5F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34AB4-6680-60CB-61FF-137031249DD9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D1F7C-B9E8-39E3-2899-19BB0DD3B0FD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8A59B8-E8E0-B6B6-145B-D11DB8C2AAF8}"/>
              </a:ext>
            </a:extLst>
          </p:cNvPr>
          <p:cNvSpPr txBox="1"/>
          <p:nvPr/>
        </p:nvSpPr>
        <p:spPr>
          <a:xfrm>
            <a:off x="6651642" y="4341147"/>
            <a:ext cx="492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i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Hodosh</a:t>
            </a:r>
            <a:r>
              <a:rPr lang="en-US" sz="70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Micah, Peter Young, and Julia </a:t>
            </a:r>
            <a:r>
              <a:rPr lang="en-US" sz="700" i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Hockenmaier</a:t>
            </a:r>
            <a:r>
              <a:rPr lang="en-US" sz="70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"Framing image description as a ranking task: Data, models and evaluation metrics." </a:t>
            </a:r>
            <a:r>
              <a:rPr lang="en-US" sz="700" i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Artificial Intelligence Research</a:t>
            </a:r>
            <a:r>
              <a:rPr lang="en-US" sz="70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47 (2013): 853-899.</a:t>
            </a:r>
            <a:endParaRPr lang="en-US" sz="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26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06CE-F4CF-8F97-E1E6-D44619E1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04EA-2294-C5AC-ACE0-F70FB5DB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47633"/>
            <a:ext cx="109728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ea typeface="Calibri"/>
              <a:cs typeface="Calibri"/>
            </a:endParaRPr>
          </a:p>
          <a:p>
            <a:endParaRPr lang="en-US" sz="2400">
              <a:latin typeface="Georgia Pro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D9B29-AE3D-D53E-3DF9-E07439820A4E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85E10-5DEA-DD5A-17D8-94F0A942FCF5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884ED-C79F-D303-8909-665FB8EE94D3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CEA39-FEB4-D66C-6B42-6893AFD2A6A8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5A622-EFC3-A238-F557-3E20B5FD8B1E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00FA8-8284-4F1B-20A1-8F0E6FB1BC60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C5725B7-59F8-748F-49A7-A60244A33ED8}"/>
              </a:ext>
            </a:extLst>
          </p:cNvPr>
          <p:cNvSpPr txBox="1">
            <a:spLocks/>
          </p:cNvSpPr>
          <p:nvPr/>
        </p:nvSpPr>
        <p:spPr>
          <a:xfrm>
            <a:off x="806147" y="1251967"/>
            <a:ext cx="11133438" cy="45722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600">
              <a:latin typeface="Times New Roman"/>
              <a:cs typeface="Times New Roman"/>
            </a:endParaRPr>
          </a:p>
          <a:p>
            <a:pPr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Image captioning is a multimodal task, requiring the integration of visual and textual data.</a:t>
            </a:r>
          </a:p>
          <a:p>
            <a:pPr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we drew inspiration from autoencoder-like architectures, where:</a:t>
            </a:r>
          </a:p>
          <a:p>
            <a:pPr lvl="1"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The encoder processes visual information (image),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the decoder generates the corresponding textual description (caption).</a:t>
            </a:r>
          </a:p>
          <a:p>
            <a:pPr>
              <a:buFont typeface="Courier New" pitchFamily="2" charset="2"/>
              <a:buChar char="o"/>
            </a:pPr>
            <a:endParaRPr lang="en-US" sz="1600">
              <a:latin typeface="Times New Roman"/>
              <a:ea typeface="+mn-lt"/>
              <a:cs typeface="+mn-lt"/>
            </a:endParaRPr>
          </a:p>
          <a:p>
            <a:pPr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Architecture Overview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Encoder: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2">
              <a:buFont typeface="Wingdings" pitchFamily="2" charset="2"/>
              <a:buChar char="§"/>
            </a:pPr>
            <a:r>
              <a:rPr lang="en-US" sz="1600">
                <a:latin typeface="Times New Roman"/>
                <a:ea typeface="+mn-lt"/>
                <a:cs typeface="+mn-lt"/>
              </a:rPr>
              <a:t>A CNN-based model (e.g., ResNet) extracts high-level image features from the input.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Decoder:</a:t>
            </a:r>
          </a:p>
          <a:p>
            <a:pPr lvl="2">
              <a:buFont typeface="Wingdings" pitchFamily="2" charset="2"/>
              <a:buChar char="§"/>
            </a:pPr>
            <a:r>
              <a:rPr lang="en-US" sz="1600">
                <a:latin typeface="Times New Roman"/>
                <a:ea typeface="+mn-lt"/>
                <a:cs typeface="+mn-lt"/>
              </a:rPr>
              <a:t>A language model (e.g., LSTM, Transformer) takes the image features and generates a caption word-by-word.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>
              <a:buFont typeface="Courier New" pitchFamily="2" charset="2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This encoder-decoder setup bridges vision and language modalities by </a:t>
            </a:r>
            <a:r>
              <a:rPr lang="en-US" sz="1600" b="1">
                <a:latin typeface="Times New Roman"/>
                <a:ea typeface="+mn-lt"/>
                <a:cs typeface="+mn-lt"/>
              </a:rPr>
              <a:t>compressing visual content</a:t>
            </a:r>
            <a:r>
              <a:rPr lang="en-US" sz="1600">
                <a:latin typeface="Times New Roman"/>
                <a:ea typeface="+mn-lt"/>
                <a:cs typeface="+mn-lt"/>
              </a:rPr>
              <a:t> and </a:t>
            </a:r>
            <a:r>
              <a:rPr lang="en-US" sz="1600" b="1">
                <a:latin typeface="Times New Roman"/>
                <a:ea typeface="+mn-lt"/>
                <a:cs typeface="+mn-lt"/>
              </a:rPr>
              <a:t>decoding it into human-readable text</a:t>
            </a:r>
            <a:r>
              <a:rPr lang="en-US" sz="1600">
                <a:latin typeface="Times New Roman"/>
                <a:ea typeface="+mn-lt"/>
                <a:cs typeface="+mn-lt"/>
              </a:rPr>
              <a:t>.</a:t>
            </a:r>
          </a:p>
          <a:p>
            <a:pPr>
              <a:buFont typeface="Courier New" pitchFamily="2" charset="2"/>
              <a:buChar char="o"/>
            </a:pPr>
            <a:endParaRPr lang="en-US" sz="1600">
              <a:latin typeface="Times New Roman"/>
              <a:ea typeface="+mn-lt"/>
              <a:cs typeface="+mn-lt"/>
            </a:endParaRPr>
          </a:p>
          <a:p>
            <a:pPr>
              <a:buFont typeface="Courier New" pitchFamily="2" charset="2"/>
              <a:buChar char="o"/>
            </a:pPr>
            <a:endParaRPr lang="en-US" sz="16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>
              <a:latin typeface="Times New Roman"/>
              <a:ea typeface="Calibri"/>
              <a:cs typeface="Calibri"/>
            </a:endParaRPr>
          </a:p>
          <a:p>
            <a:pPr>
              <a:buFont typeface="Courier New" pitchFamily="2" charset="2"/>
              <a:buChar char="o"/>
            </a:pP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 pitchFamily="2" charset="2"/>
              <a:buChar char="o"/>
            </a:pP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 pitchFamily="2" charset="2"/>
              <a:buChar char="o"/>
            </a:pPr>
            <a:endParaRPr lang="en-US" sz="1600">
              <a:latin typeface="Times New Roman"/>
              <a:ea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BC65412-6AF3-2905-7158-D507832C0B05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ea typeface="+mj-lt"/>
                <a:cs typeface="+mj-lt"/>
              </a:rPr>
              <a:t>Methodology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31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83A1-1513-327F-04A4-263056F5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FB7A1B-DC03-D56F-40D7-4FDFD0765F63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46EA7-8381-6CAC-72C0-BB02B2DC5DF7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12C97-4A37-5F87-07D6-52FC20221D7C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5E233-3431-8F37-BA24-1AEE160B908C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28C77-8CC0-D2AA-C9FC-FC74552BB6A6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A9F69-29D1-CA0B-A329-48CFDEBF8D7D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F6EF4B2-D39C-C584-9C11-048B5DF5D8F8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712A01-7E06-0C84-30C1-C120A602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t>Objectives &amp; Goals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E24F54C-86BD-6260-0D0A-E5BF1EF9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latin typeface="Times New Roman"/>
                <a:ea typeface="+mn-lt"/>
                <a:cs typeface="Times New Roman"/>
              </a:rPr>
              <a:t>Evaluation Metrics:  </a:t>
            </a:r>
            <a:endParaRPr lang="en-US" sz="1600">
              <a:latin typeface="Times New Roman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BLEU: Measures n-gram overlap between generated and gold captions.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METEOR: Considers precision, recall, and word alignment using stemming and synonyms.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ROUGE: Measures n-gram and sequence overlap between generated and reference captions.</a:t>
            </a:r>
          </a:p>
          <a:p>
            <a:endParaRPr lang="en-US" sz="1600" b="1">
              <a:latin typeface="Times New Roman"/>
              <a:ea typeface="Calibri"/>
              <a:cs typeface="Times New Roman"/>
            </a:endParaRPr>
          </a:p>
          <a:p>
            <a:r>
              <a:rPr lang="en-US" sz="1600" b="1">
                <a:latin typeface="Times New Roman"/>
                <a:ea typeface="+mn-lt"/>
                <a:cs typeface="Times New Roman"/>
              </a:rPr>
              <a:t>Primary Objective</a:t>
            </a:r>
            <a:r>
              <a:rPr lang="en-US" sz="1600">
                <a:latin typeface="Times New Roman"/>
                <a:ea typeface="+mn-lt"/>
                <a:cs typeface="Times New Roman"/>
              </a:rPr>
              <a:t>: </a:t>
            </a:r>
            <a:endParaRPr lang="en-US" sz="1600">
              <a:latin typeface="Times New Roman"/>
              <a:cs typeface="Times New Roman"/>
            </a:endParaRPr>
          </a:p>
          <a:p>
            <a:pPr marL="1028700"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Build an image captioning system using encoder and decoder base models.</a:t>
            </a:r>
            <a:endParaRPr lang="en-US" sz="1600">
              <a:latin typeface="Times New Roman"/>
              <a:cs typeface="Times New Roman"/>
            </a:endParaRPr>
          </a:p>
          <a:p>
            <a:pPr marL="1028700"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Leverage pre-trained models for robust vision-language integration.</a:t>
            </a:r>
            <a:endParaRPr lang="en-US" sz="1600">
              <a:latin typeface="Times New Roman"/>
              <a:cs typeface="Times New Roman"/>
            </a:endParaRPr>
          </a:p>
          <a:p>
            <a:r>
              <a:rPr lang="en-US" sz="1600" b="1">
                <a:latin typeface="Times New Roman"/>
                <a:ea typeface="+mn-lt"/>
                <a:cs typeface="Times New Roman"/>
              </a:rPr>
              <a:t>Goals</a:t>
            </a:r>
            <a:r>
              <a:rPr lang="en-US" sz="1600">
                <a:latin typeface="Times New Roman"/>
                <a:ea typeface="+mn-lt"/>
                <a:cs typeface="Times New Roman"/>
              </a:rPr>
              <a:t>: </a:t>
            </a:r>
            <a:endParaRPr lang="en-US" sz="1600">
              <a:latin typeface="Times New Roman"/>
              <a:cs typeface="Times New Roman"/>
            </a:endParaRPr>
          </a:p>
          <a:p>
            <a:pPr marL="1028700"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Achieve reliable caption accuracy based on 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aforementioned </a:t>
            </a:r>
            <a:r>
              <a:rPr lang="en-US" sz="1600">
                <a:latin typeface="Times New Roman"/>
                <a:ea typeface="+mn-lt"/>
                <a:cs typeface="Times New Roman"/>
              </a:rPr>
              <a:t>evaluation metrics.</a:t>
            </a:r>
            <a:endParaRPr lang="en-US" sz="1600">
              <a:latin typeface="Times New Roman"/>
              <a:cs typeface="Times New Roman"/>
            </a:endParaRPr>
          </a:p>
          <a:p>
            <a:pPr marL="1028700"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Ensure fluent captions generation.</a:t>
            </a:r>
            <a:endParaRPr lang="en-US" sz="1600">
              <a:latin typeface="Times New Roman"/>
              <a:cs typeface="Times New Roman"/>
            </a:endParaRPr>
          </a:p>
          <a:p>
            <a:pPr marL="1028700"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Times New Roman"/>
              </a:rPr>
              <a:t>Establish a strong baseline for Flickr8k dataset (8,091 images, 40,455 captions).</a:t>
            </a:r>
          </a:p>
        </p:txBody>
      </p:sp>
    </p:spTree>
    <p:extLst>
      <p:ext uri="{BB962C8B-B14F-4D97-AF65-F5344CB8AC3E}">
        <p14:creationId xmlns:p14="http://schemas.microsoft.com/office/powerpoint/2010/main" val="73526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A339-9614-9C98-235C-90F9D392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F209FC-5078-5074-6510-78B1EAFACA78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F4EA9-C06B-1714-DF78-F7BA3F296F55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4885F-DC7A-67D6-0477-CCB0E9BB4426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4AA6C-9BAF-5FF2-2CC1-EBE046C494C0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97E65-638A-9947-01F6-10A4CECB5A5F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111C7-BD25-A995-5AE0-5CA37C2CEFAB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5D4C793-A593-3098-C8BD-C713FF822B4F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11F031-B3DA-5372-078E-657AFA5A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Teams Contribution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DB089-7810-683A-C598-7FB45B9E04B6}"/>
              </a:ext>
            </a:extLst>
          </p:cNvPr>
          <p:cNvSpPr txBox="1"/>
          <p:nvPr/>
        </p:nvSpPr>
        <p:spPr>
          <a:xfrm>
            <a:off x="507597" y="2682642"/>
            <a:ext cx="3581400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Mohammad Sina </a:t>
            </a:r>
            <a:r>
              <a:rPr lang="en-US" sz="1400" err="1">
                <a:ea typeface="+mn-lt"/>
                <a:cs typeface="+mn-lt"/>
              </a:rPr>
              <a:t>Hassannia</a:t>
            </a:r>
            <a:endParaRPr lang="en-US" err="1"/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Collected relevant data for the project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 Data preprocessing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Designed the methodology framework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Implemented the model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Contributed to proposal writing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Created slides for presentations</a:t>
            </a: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043AC9-0F68-C677-639C-8E725C8B1BBD}"/>
              </a:ext>
            </a:extLst>
          </p:cNvPr>
          <p:cNvSpPr txBox="1"/>
          <p:nvPr/>
        </p:nvSpPr>
        <p:spPr>
          <a:xfrm>
            <a:off x="4082831" y="2682642"/>
            <a:ext cx="3422450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Sumon Kanti Dey</a:t>
            </a: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Refined the problem statement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Designed the research methodology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Implemented the model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Assisted in writing the proposal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Designed presentation slides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Data preprocessing</a:t>
            </a: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609F0-5C3C-0474-763D-47FA0BA91237}"/>
              </a:ext>
            </a:extLst>
          </p:cNvPr>
          <p:cNvSpPr txBox="1"/>
          <p:nvPr/>
        </p:nvSpPr>
        <p:spPr>
          <a:xfrm>
            <a:off x="7962694" y="2682641"/>
            <a:ext cx="351402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Lovely Yeswanth </a:t>
            </a:r>
            <a:r>
              <a:rPr lang="en-US" sz="1400" err="1">
                <a:ea typeface="+mn-lt"/>
                <a:cs typeface="+mn-lt"/>
              </a:rPr>
              <a:t>Panchumarthi</a:t>
            </a:r>
            <a:r>
              <a:rPr lang="en-US" sz="1400">
                <a:ea typeface="+mn-lt"/>
                <a:cs typeface="+mn-lt"/>
              </a:rPr>
              <a:t> </a:t>
            </a:r>
            <a:endParaRPr lang="en-US"/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Data Preprocessing.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Designed the research methodology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Implemented the model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Assisted in writing the proposal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/>
                <a:cs typeface="Times New Roman"/>
              </a:rPr>
              <a:t>Designed presentation slides</a:t>
            </a: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54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CC48F-259C-5880-9A1C-A3F8BE38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A10232-7945-DE6E-1051-5DF722CDB063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052FC-A5E4-DDF0-D028-DA73B62A2D76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50BD9-847E-CE1A-F9CD-78C2A0D9D759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1CB40-5D78-8512-9B41-4AD2DFAF3AC8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4C2D12-8A18-49C8-DC3A-D7B4A6195E8B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284BA-C074-6852-1839-8563C1C84954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1E2ECDA-DD63-DA54-844A-7EA7AEAAB285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015F9F4-9B87-9C08-281D-BB0B0436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z="4400"/>
              <a:t>Next Steps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C9911-238E-5246-C175-481C306CCAAD}"/>
              </a:ext>
            </a:extLst>
          </p:cNvPr>
          <p:cNvSpPr txBox="1"/>
          <p:nvPr/>
        </p:nvSpPr>
        <p:spPr>
          <a:xfrm>
            <a:off x="1089401" y="1417736"/>
            <a:ext cx="994973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0D738-6CEB-9B95-56C9-4A5568D135A4}"/>
              </a:ext>
            </a:extLst>
          </p:cNvPr>
          <p:cNvSpPr txBox="1"/>
          <p:nvPr/>
        </p:nvSpPr>
        <p:spPr>
          <a:xfrm>
            <a:off x="726843" y="1496822"/>
            <a:ext cx="1036339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ea typeface="+mn-lt"/>
                <a:cs typeface="+mn-lt"/>
              </a:rPr>
              <a:t>Model Optimization</a:t>
            </a:r>
            <a:r>
              <a:rPr lang="en-US" sz="1600">
                <a:latin typeface="Times New Roman"/>
                <a:ea typeface="+mn-lt"/>
                <a:cs typeface="+mn-lt"/>
              </a:rPr>
              <a:t> </a:t>
            </a:r>
            <a:endParaRPr lang="en-US" sz="1600" b="1">
              <a:latin typeface="Times New Roman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Fine-tune encoder (e.g., ResNet) and decoder (e.g., LSTM/Transformer) for improved accuracy.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Experiment with advanced architectures (e.g., attention mechanisms) to enhance context awareness.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endParaRPr lang="en-US" sz="1600" b="1">
              <a:latin typeface="Times New Roman"/>
              <a:ea typeface="+mn-lt"/>
              <a:cs typeface="+mn-lt"/>
            </a:endParaRPr>
          </a:p>
          <a:p>
            <a:r>
              <a:rPr lang="en-US" sz="1600" b="1">
                <a:latin typeface="Times New Roman"/>
                <a:ea typeface="+mn-lt"/>
                <a:cs typeface="+mn-lt"/>
              </a:rPr>
              <a:t>Dataset Expansion</a:t>
            </a:r>
            <a:r>
              <a:rPr lang="en-US" sz="1600">
                <a:latin typeface="Times New Roman"/>
                <a:ea typeface="+mn-lt"/>
                <a:cs typeface="+mn-lt"/>
              </a:rPr>
              <a:t> 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Incorporate larger datasets (e.g., MS COCO) to improve generalization.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Add diverse image-caption pairs to capture varied contexts and intents.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Times New Roman"/>
                <a:ea typeface="+mn-lt"/>
                <a:cs typeface="+mn-lt"/>
              </a:rPr>
              <a:t>Handling Challenges</a:t>
            </a:r>
            <a:endParaRPr lang="en-US" sz="16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Address bias in dataset captions and improve fairness.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Optimize the model for efficiency and scalability.</a:t>
            </a:r>
          </a:p>
          <a:p>
            <a:pPr lvl="1"/>
            <a:endParaRPr lang="en-US" sz="1600">
              <a:latin typeface="Times New Roman"/>
              <a:ea typeface="+mn-lt"/>
              <a:cs typeface="+mn-lt"/>
            </a:endParaRPr>
          </a:p>
          <a:p>
            <a:r>
              <a:rPr lang="en-US" sz="1600" b="1">
                <a:latin typeface="Times New Roman"/>
                <a:ea typeface="+mn-lt"/>
                <a:cs typeface="+mn-lt"/>
              </a:rPr>
              <a:t>Challenges and Considerations</a:t>
            </a:r>
            <a:r>
              <a:rPr lang="en-US" sz="1600">
                <a:latin typeface="Times New Roman"/>
                <a:ea typeface="+mn-lt"/>
                <a:cs typeface="+mn-lt"/>
              </a:rPr>
              <a:t> 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Overfitting on limited data (Flickr8k’s 8K images).</a:t>
            </a:r>
            <a:endParaRPr lang="en-US" sz="1600">
              <a:latin typeface="Times New Roman"/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Balancing computational cost with performance on resource-heavy models.</a:t>
            </a:r>
          </a:p>
          <a:p>
            <a:pPr lvl="1">
              <a:buFont typeface="Courier New"/>
              <a:buChar char="o"/>
            </a:pPr>
            <a:r>
              <a:rPr lang="en-US" sz="1600">
                <a:latin typeface="Times New Roman"/>
                <a:ea typeface="+mn-lt"/>
                <a:cs typeface="+mn-lt"/>
              </a:rPr>
              <a:t>Ensuring captions reflect nuanced interactions and cultural contexts.</a:t>
            </a:r>
          </a:p>
          <a:p>
            <a:pPr marL="285750" indent="-285750">
              <a:buFont typeface="Arial"/>
              <a:buChar char="•"/>
            </a:pPr>
            <a:endParaRPr lang="en-US" sz="1600" b="1">
              <a:latin typeface="Times New Roman"/>
              <a:ea typeface="Calibri"/>
              <a:cs typeface="Calibri"/>
            </a:endParaRPr>
          </a:p>
          <a:p>
            <a:pPr algn="l"/>
            <a:endParaRPr lang="en-US" sz="16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391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CCC31-905B-D9F0-8316-5F2776FF8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 sz="4400">
                <a:ea typeface="Calibri"/>
                <a:cs typeface="Calibri"/>
              </a:rPr>
              <a:t>Thank you for your Attention </a:t>
            </a:r>
          </a:p>
          <a:p>
            <a:pPr marL="0" indent="0" algn="ctr">
              <a:buNone/>
            </a:pPr>
            <a:r>
              <a:rPr lang="en-US" sz="4400"/>
              <a:t>Any Questions ?</a:t>
            </a:r>
            <a:endParaRPr lang="en-US" sz="4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38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30DD-70AB-118C-E422-A85DF07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j-ea"/>
                <a:cs typeface="+mj-cs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242C8-A700-79B1-8C98-578742F64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 sz="1400" err="1">
                <a:solidFill>
                  <a:srgbClr val="222222"/>
                </a:solidFill>
                <a:latin typeface="Calibri"/>
                <a:ea typeface="+mn-lt"/>
                <a:cs typeface="Times New Roman"/>
              </a:rPr>
              <a:t>Hodosh</a:t>
            </a:r>
            <a:r>
              <a:rPr lang="en-US" sz="1400">
                <a:solidFill>
                  <a:srgbClr val="222222"/>
                </a:solidFill>
                <a:latin typeface="Calibri"/>
                <a:ea typeface="+mn-lt"/>
                <a:cs typeface="Times New Roman"/>
              </a:rPr>
              <a:t>, Micah, Peter Young, and Julia </a:t>
            </a:r>
            <a:r>
              <a:rPr lang="en-US" sz="1400" err="1">
                <a:solidFill>
                  <a:srgbClr val="222222"/>
                </a:solidFill>
                <a:latin typeface="Calibri"/>
                <a:ea typeface="+mn-lt"/>
                <a:cs typeface="Times New Roman"/>
              </a:rPr>
              <a:t>Hockenmaier</a:t>
            </a:r>
            <a:r>
              <a:rPr lang="en-US" sz="1400">
                <a:solidFill>
                  <a:srgbClr val="222222"/>
                </a:solidFill>
                <a:latin typeface="Calibri"/>
                <a:ea typeface="+mn-lt"/>
                <a:cs typeface="Times New Roman"/>
              </a:rPr>
              <a:t>. "Framing image description as a ranking task: Data, models and evaluation metrics." Journal of Artificial Intelligence Research 47 (2013): 853-899.</a:t>
            </a:r>
            <a:endParaRPr lang="en-US" sz="1400">
              <a:solidFill>
                <a:prstClr val="black"/>
              </a:solidFill>
              <a:latin typeface="Calibri"/>
              <a:ea typeface="+mn-lt"/>
              <a:cs typeface="Calibri"/>
            </a:endParaRPr>
          </a:p>
          <a:p>
            <a:pPr marL="342900" marR="0" lvl="0" indent="-34290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endParaRPr lang="en-US" sz="1400">
              <a:solidFill>
                <a:prstClr val="black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098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4A5BBE-7E75-5140-BA70-38484B2A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3160-F42C-18BF-5BD6-2ACBF3EE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080" y="407963"/>
            <a:ext cx="8893856" cy="1169551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/>
            </a:br>
            <a:r>
              <a:rPr lang="en-US"/>
              <a:t>Evaluation Metrices</a:t>
            </a:r>
            <a:endParaRPr lang="en-US">
              <a:ea typeface="Calibri"/>
              <a:cs typeface="Calibri"/>
            </a:endParaRPr>
          </a:p>
          <a:p>
            <a:endParaRPr lang="en-US">
              <a:latin typeface="Georgia Pro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D54F9-A437-71E4-66FA-C222BE689832}"/>
              </a:ext>
            </a:extLst>
          </p:cNvPr>
          <p:cNvSpPr txBox="1"/>
          <p:nvPr/>
        </p:nvSpPr>
        <p:spPr>
          <a:xfrm>
            <a:off x="391018" y="6559830"/>
            <a:ext cx="1398390" cy="287198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Calibri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037DF-6B85-ABE2-370E-B972584BFEBC}"/>
              </a:ext>
            </a:extLst>
          </p:cNvPr>
          <p:cNvSpPr txBox="1"/>
          <p:nvPr/>
        </p:nvSpPr>
        <p:spPr>
          <a:xfrm>
            <a:off x="2150203" y="6559828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Data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42231-D3FD-6A9D-EC12-EA47F7FECE98}"/>
              </a:ext>
            </a:extLst>
          </p:cNvPr>
          <p:cNvSpPr txBox="1"/>
          <p:nvPr/>
        </p:nvSpPr>
        <p:spPr>
          <a:xfrm>
            <a:off x="3876878" y="6559827"/>
            <a:ext cx="1398390" cy="28719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80826-7C70-A89B-4259-C92F8EC10B1C}"/>
              </a:ext>
            </a:extLst>
          </p:cNvPr>
          <p:cNvSpPr txBox="1"/>
          <p:nvPr/>
        </p:nvSpPr>
        <p:spPr>
          <a:xfrm>
            <a:off x="5636063" y="6559826"/>
            <a:ext cx="196843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Objective &amp;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D0ED9F-6DC3-E438-1ED8-08AE612BD727}"/>
              </a:ext>
            </a:extLst>
          </p:cNvPr>
          <p:cNvSpPr txBox="1"/>
          <p:nvPr/>
        </p:nvSpPr>
        <p:spPr>
          <a:xfrm>
            <a:off x="7965288" y="6570802"/>
            <a:ext cx="1857747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Teams Contribution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E1F02-1FFE-00E5-0B6D-2CFA0517E1F1}"/>
              </a:ext>
            </a:extLst>
          </p:cNvPr>
          <p:cNvSpPr txBox="1"/>
          <p:nvPr/>
        </p:nvSpPr>
        <p:spPr>
          <a:xfrm>
            <a:off x="10183830" y="6570802"/>
            <a:ext cx="1398390" cy="2871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Aptos Serif"/>
                <a:ea typeface="Calibri"/>
                <a:cs typeface="Aptos Serif"/>
              </a:rPr>
              <a:t>Next Steps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6A82C38-0F25-E9C6-3CCE-827421088690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7F3D-07B4-DFF2-40D3-4E7FC951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468" y="1570122"/>
            <a:ext cx="10972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1. BLEU (Bilingual Evaluation Understudy)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Measures n-gram overlap between generated and gold captions.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Captures precision: how many words in the generated caption match reference captions.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Common variants: BLEU-1 to BLEU-4 (unigram to 4-gram).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Higher BLEU scores indicate closer similarity to human-written captions.</a:t>
            </a:r>
          </a:p>
          <a:p>
            <a:pPr marL="457200" lvl="1" indent="0"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2.  METEOR (Metric for Evaluation of Translation with Explicit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Considers precision, recall, and word alignment using stemming and synonyms.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More sensitive to word order and meaning than BLEU.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Rewards semantic similarity even when wording differs.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better align with human judgment.</a:t>
            </a:r>
          </a:p>
          <a:p>
            <a:pPr marL="400050" lvl="1" indent="0">
              <a:buNone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3. ROUGE (Recall-Oriented Understudy for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Gisting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Measures n-gram and sequence overlap between generated and reference captions.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recall — how much of the reference is captured.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ROUGE-N: n-gram overlap (e.g., ROUGE-1, ROUGE-2).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ROUGE-L: based on Longest Common Subsequence (LCS).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evaluating content coverage and fluency in captions.</a:t>
            </a:r>
          </a:p>
          <a:p>
            <a:pPr marL="0" indent="0">
              <a:buNone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19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Application>Microsoft Office PowerPoint</Application>
  <PresentationFormat>Widescreen</PresentationFormat>
  <Slides>11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             Context Aware Image Caption Generation Using Deep Learning Algorithm  Mohammad Sina Hassannia , Sumon Kanti Dey and Lovely Yeswanth Panchumarthi  March 27, 2025                                                                         </vt:lpstr>
      <vt:lpstr>  Introduction to the Problem  </vt:lpstr>
      <vt:lpstr>  Why it is important  </vt:lpstr>
      <vt:lpstr>  Data Overview  </vt:lpstr>
      <vt:lpstr>    </vt:lpstr>
      <vt:lpstr>Objectives &amp; Goals</vt:lpstr>
      <vt:lpstr>Teams Contribution</vt:lpstr>
      <vt:lpstr>Next Steps</vt:lpstr>
      <vt:lpstr>PowerPoint Presentation</vt:lpstr>
      <vt:lpstr>References</vt:lpstr>
      <vt:lpstr> Evaluation Metrices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2025-03-27T15:44:36Z</dcterms:modified>
  <cp:category/>
</cp:coreProperties>
</file>