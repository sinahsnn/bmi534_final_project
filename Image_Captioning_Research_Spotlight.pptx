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738890-6E7F-7EDE-8F74-893A5CB8FFB8}" v="40" dt="2025-03-26T18:04:33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sannia, Mohammad Sina" userId="S::mhasann@emory.edu::e31ae476-97a3-4c8a-9ab2-c74a0d1a08bb" providerId="AD" clId="Web-{59738890-6E7F-7EDE-8F74-893A5CB8FFB8}"/>
    <pc:docChg chg="addSld modSld">
      <pc:chgData name="Hassannia, Mohammad Sina" userId="S::mhasann@emory.edu::e31ae476-97a3-4c8a-9ab2-c74a0d1a08bb" providerId="AD" clId="Web-{59738890-6E7F-7EDE-8F74-893A5CB8FFB8}" dt="2025-03-26T18:04:33.307" v="40" actId="20577"/>
      <pc:docMkLst>
        <pc:docMk/>
      </pc:docMkLst>
      <pc:sldChg chg="modSp">
        <pc:chgData name="Hassannia, Mohammad Sina" userId="S::mhasann@emory.edu::e31ae476-97a3-4c8a-9ab2-c74a0d1a08bb" providerId="AD" clId="Web-{59738890-6E7F-7EDE-8F74-893A5CB8FFB8}" dt="2025-03-26T17:58:24.911" v="2" actId="20577"/>
        <pc:sldMkLst>
          <pc:docMk/>
          <pc:sldMk cId="0" sldId="257"/>
        </pc:sldMkLst>
        <pc:spChg chg="mod">
          <ac:chgData name="Hassannia, Mohammad Sina" userId="S::mhasann@emory.edu::e31ae476-97a3-4c8a-9ab2-c74a0d1a08bb" providerId="AD" clId="Web-{59738890-6E7F-7EDE-8F74-893A5CB8FFB8}" dt="2025-03-26T17:58:24.911" v="2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">
        <pc:chgData name="Hassannia, Mohammad Sina" userId="S::mhasann@emory.edu::e31ae476-97a3-4c8a-9ab2-c74a0d1a08bb" providerId="AD" clId="Web-{59738890-6E7F-7EDE-8F74-893A5CB8FFB8}" dt="2025-03-26T18:02:14.492" v="38"/>
        <pc:sldMkLst>
          <pc:docMk/>
          <pc:sldMk cId="0" sldId="262"/>
        </pc:sldMkLst>
        <pc:spChg chg="mod">
          <ac:chgData name="Hassannia, Mohammad Sina" userId="S::mhasann@emory.edu::e31ae476-97a3-4c8a-9ab2-c74a0d1a08bb" providerId="AD" clId="Web-{59738890-6E7F-7EDE-8F74-893A5CB8FFB8}" dt="2025-03-26T18:02:14.492" v="38"/>
          <ac:spMkLst>
            <pc:docMk/>
            <pc:sldMk cId="0" sldId="262"/>
            <ac:spMk id="2" creationId="{00000000-0000-0000-0000-000000000000}"/>
          </ac:spMkLst>
        </pc:spChg>
        <pc:spChg chg="mod">
          <ac:chgData name="Hassannia, Mohammad Sina" userId="S::mhasann@emory.edu::e31ae476-97a3-4c8a-9ab2-c74a0d1a08bb" providerId="AD" clId="Web-{59738890-6E7F-7EDE-8F74-893A5CB8FFB8}" dt="2025-03-26T18:02:14.492" v="38"/>
          <ac:spMkLst>
            <pc:docMk/>
            <pc:sldMk cId="0" sldId="262"/>
            <ac:spMk id="3" creationId="{00000000-0000-0000-0000-000000000000}"/>
          </ac:spMkLst>
        </pc:spChg>
        <pc:spChg chg="del">
          <ac:chgData name="Hassannia, Mohammad Sina" userId="S::mhasann@emory.edu::e31ae476-97a3-4c8a-9ab2-c74a0d1a08bb" providerId="AD" clId="Web-{59738890-6E7F-7EDE-8F74-893A5CB8FFB8}" dt="2025-03-26T18:02:14.492" v="38"/>
          <ac:spMkLst>
            <pc:docMk/>
            <pc:sldMk cId="0" sldId="262"/>
            <ac:spMk id="19" creationId="{2C61293E-6EBE-43EF-A52C-9BEBFD7679D4}"/>
          </ac:spMkLst>
        </pc:spChg>
        <pc:spChg chg="del">
          <ac:chgData name="Hassannia, Mohammad Sina" userId="S::mhasann@emory.edu::e31ae476-97a3-4c8a-9ab2-c74a0d1a08bb" providerId="AD" clId="Web-{59738890-6E7F-7EDE-8F74-893A5CB8FFB8}" dt="2025-03-26T18:02:14.492" v="38"/>
          <ac:spMkLst>
            <pc:docMk/>
            <pc:sldMk cId="0" sldId="262"/>
            <ac:spMk id="21" creationId="{21540236-BFD5-4A9D-8840-4703E7F76825}"/>
          </ac:spMkLst>
        </pc:spChg>
        <pc:spChg chg="add">
          <ac:chgData name="Hassannia, Mohammad Sina" userId="S::mhasann@emory.edu::e31ae476-97a3-4c8a-9ab2-c74a0d1a08bb" providerId="AD" clId="Web-{59738890-6E7F-7EDE-8F74-893A5CB8FFB8}" dt="2025-03-26T18:02:14.492" v="38"/>
          <ac:spMkLst>
            <pc:docMk/>
            <pc:sldMk cId="0" sldId="262"/>
            <ac:spMk id="26" creationId="{B6CDA21F-E7AF-4C75-8395-33F58D5B0E45}"/>
          </ac:spMkLst>
        </pc:spChg>
        <pc:spChg chg="add">
          <ac:chgData name="Hassannia, Mohammad Sina" userId="S::mhasann@emory.edu::e31ae476-97a3-4c8a-9ab2-c74a0d1a08bb" providerId="AD" clId="Web-{59738890-6E7F-7EDE-8F74-893A5CB8FFB8}" dt="2025-03-26T18:02:14.492" v="38"/>
          <ac:spMkLst>
            <pc:docMk/>
            <pc:sldMk cId="0" sldId="262"/>
            <ac:spMk id="33" creationId="{D5B0017B-2ECA-49AF-B397-DC140825DF8D}"/>
          </ac:spMkLst>
        </pc:spChg>
        <pc:grpChg chg="add">
          <ac:chgData name="Hassannia, Mohammad Sina" userId="S::mhasann@emory.edu::e31ae476-97a3-4c8a-9ab2-c74a0d1a08bb" providerId="AD" clId="Web-{59738890-6E7F-7EDE-8F74-893A5CB8FFB8}" dt="2025-03-26T18:02:14.492" v="38"/>
          <ac:grpSpMkLst>
            <pc:docMk/>
            <pc:sldMk cId="0" sldId="262"/>
            <ac:grpSpMk id="28" creationId="{AE1C45F0-260A-458C-96ED-C1F6D2151219}"/>
          </ac:grpSpMkLst>
        </pc:grpChg>
        <pc:picChg chg="del">
          <ac:chgData name="Hassannia, Mohammad Sina" userId="S::mhasann@emory.edu::e31ae476-97a3-4c8a-9ab2-c74a0d1a08bb" providerId="AD" clId="Web-{59738890-6E7F-7EDE-8F74-893A5CB8FFB8}" dt="2025-03-26T18:01:54.914" v="37"/>
          <ac:picMkLst>
            <pc:docMk/>
            <pc:sldMk cId="0" sldId="262"/>
            <ac:picMk id="14" creationId="{74903609-7076-C286-470B-BAE9A9028512}"/>
          </ac:picMkLst>
        </pc:picChg>
        <pc:cxnChg chg="add">
          <ac:chgData name="Hassannia, Mohammad Sina" userId="S::mhasann@emory.edu::e31ae476-97a3-4c8a-9ab2-c74a0d1a08bb" providerId="AD" clId="Web-{59738890-6E7F-7EDE-8F74-893A5CB8FFB8}" dt="2025-03-26T18:02:14.492" v="38"/>
          <ac:cxnSpMkLst>
            <pc:docMk/>
            <pc:sldMk cId="0" sldId="262"/>
            <ac:cxnSpMk id="35" creationId="{6CF1BAF6-AD41-4082-B212-8A1F9A2E8779}"/>
          </ac:cxnSpMkLst>
        </pc:cxnChg>
      </pc:sldChg>
      <pc:sldChg chg="addSp delSp modSp add replId">
        <pc:chgData name="Hassannia, Mohammad Sina" userId="S::mhasann@emory.edu::e31ae476-97a3-4c8a-9ab2-c74a0d1a08bb" providerId="AD" clId="Web-{59738890-6E7F-7EDE-8F74-893A5CB8FFB8}" dt="2025-03-26T18:04:33.307" v="40" actId="20577"/>
        <pc:sldMkLst>
          <pc:docMk/>
          <pc:sldMk cId="3797522119" sldId="263"/>
        </pc:sldMkLst>
        <pc:spChg chg="mod">
          <ac:chgData name="Hassannia, Mohammad Sina" userId="S::mhasann@emory.edu::e31ae476-97a3-4c8a-9ab2-c74a0d1a08bb" providerId="AD" clId="Web-{59738890-6E7F-7EDE-8F74-893A5CB8FFB8}" dt="2025-03-26T18:04:33.307" v="40" actId="20577"/>
          <ac:spMkLst>
            <pc:docMk/>
            <pc:sldMk cId="3797522119" sldId="263"/>
            <ac:spMk id="2" creationId="{0EB853F5-13EA-F176-B96A-8CF001ABD0AB}"/>
          </ac:spMkLst>
        </pc:spChg>
        <pc:spChg chg="mod">
          <ac:chgData name="Hassannia, Mohammad Sina" userId="S::mhasann@emory.edu::e31ae476-97a3-4c8a-9ab2-c74a0d1a08bb" providerId="AD" clId="Web-{59738890-6E7F-7EDE-8F74-893A5CB8FFB8}" dt="2025-03-26T18:01:31.257" v="36" actId="20577"/>
          <ac:spMkLst>
            <pc:docMk/>
            <pc:sldMk cId="3797522119" sldId="263"/>
            <ac:spMk id="3" creationId="{0995436B-DEFC-2611-B42F-38B4B018547F}"/>
          </ac:spMkLst>
        </pc:spChg>
        <pc:spChg chg="del">
          <ac:chgData name="Hassannia, Mohammad Sina" userId="S::mhasann@emory.edu::e31ae476-97a3-4c8a-9ab2-c74a0d1a08bb" providerId="AD" clId="Web-{59738890-6E7F-7EDE-8F74-893A5CB8FFB8}" dt="2025-03-26T17:59:15.146" v="12"/>
          <ac:spMkLst>
            <pc:docMk/>
            <pc:sldMk cId="3797522119" sldId="263"/>
            <ac:spMk id="19" creationId="{1FA9C52F-6555-158B-302E-818CDFCFC2DE}"/>
          </ac:spMkLst>
        </pc:spChg>
        <pc:spChg chg="del">
          <ac:chgData name="Hassannia, Mohammad Sina" userId="S::mhasann@emory.edu::e31ae476-97a3-4c8a-9ab2-c74a0d1a08bb" providerId="AD" clId="Web-{59738890-6E7F-7EDE-8F74-893A5CB8FFB8}" dt="2025-03-26T17:59:15.146" v="12"/>
          <ac:spMkLst>
            <pc:docMk/>
            <pc:sldMk cId="3797522119" sldId="263"/>
            <ac:spMk id="21" creationId="{F19950A9-118A-6584-36AD-B320E24A91BB}"/>
          </ac:spMkLst>
        </pc:spChg>
        <pc:spChg chg="add">
          <ac:chgData name="Hassannia, Mohammad Sina" userId="S::mhasann@emory.edu::e31ae476-97a3-4c8a-9ab2-c74a0d1a08bb" providerId="AD" clId="Web-{59738890-6E7F-7EDE-8F74-893A5CB8FFB8}" dt="2025-03-26T17:59:15.146" v="12"/>
          <ac:spMkLst>
            <pc:docMk/>
            <pc:sldMk cId="3797522119" sldId="263"/>
            <ac:spMk id="26" creationId="{B6CDA21F-E7AF-4C75-8395-33F58D5B0E45}"/>
          </ac:spMkLst>
        </pc:spChg>
        <pc:spChg chg="add">
          <ac:chgData name="Hassannia, Mohammad Sina" userId="S::mhasann@emory.edu::e31ae476-97a3-4c8a-9ab2-c74a0d1a08bb" providerId="AD" clId="Web-{59738890-6E7F-7EDE-8F74-893A5CB8FFB8}" dt="2025-03-26T17:59:15.146" v="12"/>
          <ac:spMkLst>
            <pc:docMk/>
            <pc:sldMk cId="3797522119" sldId="263"/>
            <ac:spMk id="33" creationId="{D5B0017B-2ECA-49AF-B397-DC140825DF8D}"/>
          </ac:spMkLst>
        </pc:spChg>
        <pc:grpChg chg="add">
          <ac:chgData name="Hassannia, Mohammad Sina" userId="S::mhasann@emory.edu::e31ae476-97a3-4c8a-9ab2-c74a0d1a08bb" providerId="AD" clId="Web-{59738890-6E7F-7EDE-8F74-893A5CB8FFB8}" dt="2025-03-26T17:59:15.146" v="12"/>
          <ac:grpSpMkLst>
            <pc:docMk/>
            <pc:sldMk cId="3797522119" sldId="263"/>
            <ac:grpSpMk id="28" creationId="{AE1C45F0-260A-458C-96ED-C1F6D2151219}"/>
          </ac:grpSpMkLst>
        </pc:grpChg>
        <pc:picChg chg="del">
          <ac:chgData name="Hassannia, Mohammad Sina" userId="S::mhasann@emory.edu::e31ae476-97a3-4c8a-9ab2-c74a0d1a08bb" providerId="AD" clId="Web-{59738890-6E7F-7EDE-8F74-893A5CB8FFB8}" dt="2025-03-26T17:58:54.692" v="11"/>
          <ac:picMkLst>
            <pc:docMk/>
            <pc:sldMk cId="3797522119" sldId="263"/>
            <ac:picMk id="14" creationId="{4064AE0B-35E9-4493-6A59-17BB40E9F0E8}"/>
          </ac:picMkLst>
        </pc:picChg>
        <pc:cxnChg chg="add">
          <ac:chgData name="Hassannia, Mohammad Sina" userId="S::mhasann@emory.edu::e31ae476-97a3-4c8a-9ab2-c74a0d1a08bb" providerId="AD" clId="Web-{59738890-6E7F-7EDE-8F74-893A5CB8FFB8}" dt="2025-03-26T17:59:15.146" v="12"/>
          <ac:cxnSpMkLst>
            <pc:docMk/>
            <pc:sldMk cId="3797522119" sldId="263"/>
            <ac:cxnSpMk id="35" creationId="{6CF1BAF6-AD41-4082-B212-8A1F9A2E8779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D317B2-B11B-4CA1-9A38-03B700AADB5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462B616-77AB-4766-A38A-067DA3B28F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Architecture:</a:t>
          </a:r>
        </a:p>
      </dgm:t>
    </dgm:pt>
    <dgm:pt modelId="{75BB8769-EED5-4847-8006-24D8A06711BA}" type="parTrans" cxnId="{E6E79D5C-C992-4DBB-A67D-91970BAA4128}">
      <dgm:prSet/>
      <dgm:spPr/>
      <dgm:t>
        <a:bodyPr/>
        <a:lstStyle/>
        <a:p>
          <a:endParaRPr lang="en-US"/>
        </a:p>
      </dgm:t>
    </dgm:pt>
    <dgm:pt modelId="{2BF0D635-2400-4A06-9027-38C617393E09}" type="sibTrans" cxnId="{E6E79D5C-C992-4DBB-A67D-91970BAA4128}">
      <dgm:prSet/>
      <dgm:spPr/>
      <dgm:t>
        <a:bodyPr/>
        <a:lstStyle/>
        <a:p>
          <a:endParaRPr lang="en-US"/>
        </a:p>
      </dgm:t>
    </dgm:pt>
    <dgm:pt modelId="{1FF12FE5-393D-4BB0-9AD1-855958C6EC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Encoder: InceptionV3 CNN pretrained on ImageNet</a:t>
          </a:r>
        </a:p>
      </dgm:t>
    </dgm:pt>
    <dgm:pt modelId="{B370D656-86DB-418E-81DE-E10BE1997E12}" type="parTrans" cxnId="{A569479D-41EA-498F-AE40-D6E14C400831}">
      <dgm:prSet/>
      <dgm:spPr/>
      <dgm:t>
        <a:bodyPr/>
        <a:lstStyle/>
        <a:p>
          <a:endParaRPr lang="en-US"/>
        </a:p>
      </dgm:t>
    </dgm:pt>
    <dgm:pt modelId="{C5407D5D-B3C2-4667-B672-E38FC5BACCE4}" type="sibTrans" cxnId="{A569479D-41EA-498F-AE40-D6E14C400831}">
      <dgm:prSet/>
      <dgm:spPr/>
      <dgm:t>
        <a:bodyPr/>
        <a:lstStyle/>
        <a:p>
          <a:endParaRPr lang="en-US"/>
        </a:p>
      </dgm:t>
    </dgm:pt>
    <dgm:pt modelId="{319D9B28-C361-4568-BAF6-C67EF50A97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Decoder: LSTM RNN with pretrained word embeddings</a:t>
          </a:r>
        </a:p>
      </dgm:t>
    </dgm:pt>
    <dgm:pt modelId="{0D143B2D-6EB4-48EC-BD9A-2038988E85F1}" type="parTrans" cxnId="{F4EEAD18-33C1-438E-AEEA-11F7360D3FFF}">
      <dgm:prSet/>
      <dgm:spPr/>
      <dgm:t>
        <a:bodyPr/>
        <a:lstStyle/>
        <a:p>
          <a:endParaRPr lang="en-US"/>
        </a:p>
      </dgm:t>
    </dgm:pt>
    <dgm:pt modelId="{C5C2EC41-1891-4095-8B0E-84D3F3DDBBD2}" type="sibTrans" cxnId="{F4EEAD18-33C1-438E-AEEA-11F7360D3FFF}">
      <dgm:prSet/>
      <dgm:spPr/>
      <dgm:t>
        <a:bodyPr/>
        <a:lstStyle/>
        <a:p>
          <a:endParaRPr lang="en-US"/>
        </a:p>
      </dgm:t>
    </dgm:pt>
    <dgm:pt modelId="{07B7E7F5-386D-435D-AE0C-65C45BDD39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Combined via CNN2RNN module in PyTorch</a:t>
          </a:r>
        </a:p>
      </dgm:t>
    </dgm:pt>
    <dgm:pt modelId="{5B019D77-C2BD-471E-8107-B09E4A61F854}" type="parTrans" cxnId="{410EC450-32FE-473E-8328-69DF8EC08348}">
      <dgm:prSet/>
      <dgm:spPr/>
      <dgm:t>
        <a:bodyPr/>
        <a:lstStyle/>
        <a:p>
          <a:endParaRPr lang="en-US"/>
        </a:p>
      </dgm:t>
    </dgm:pt>
    <dgm:pt modelId="{B71B7E4A-EFD9-496B-B0D9-120FD65BFFB5}" type="sibTrans" cxnId="{410EC450-32FE-473E-8328-69DF8EC08348}">
      <dgm:prSet/>
      <dgm:spPr/>
      <dgm:t>
        <a:bodyPr/>
        <a:lstStyle/>
        <a:p>
          <a:endParaRPr lang="en-US"/>
        </a:p>
      </dgm:t>
    </dgm:pt>
    <dgm:pt modelId="{8211BF13-09DF-45B3-8CA6-8E4B895DA3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Evaluation: BLEU, METEOR, CIDEr metrics</a:t>
          </a:r>
        </a:p>
      </dgm:t>
    </dgm:pt>
    <dgm:pt modelId="{BBCE195B-5D1B-4533-B523-F4A779AF3802}" type="parTrans" cxnId="{20744593-1F13-4C69-8DFE-61AF6C9DBE7D}">
      <dgm:prSet/>
      <dgm:spPr/>
      <dgm:t>
        <a:bodyPr/>
        <a:lstStyle/>
        <a:p>
          <a:endParaRPr lang="en-US"/>
        </a:p>
      </dgm:t>
    </dgm:pt>
    <dgm:pt modelId="{0032E878-1687-48B8-AAB4-6C448A146D8F}" type="sibTrans" cxnId="{20744593-1F13-4C69-8DFE-61AF6C9DBE7D}">
      <dgm:prSet/>
      <dgm:spPr/>
      <dgm:t>
        <a:bodyPr/>
        <a:lstStyle/>
        <a:p>
          <a:endParaRPr lang="en-US"/>
        </a:p>
      </dgm:t>
    </dgm:pt>
    <dgm:pt modelId="{FBDF3073-0D6D-4DE5-AD4F-815D0F79623A}" type="pres">
      <dgm:prSet presAssocID="{81D317B2-B11B-4CA1-9A38-03B700AADB5E}" presName="root" presStyleCnt="0">
        <dgm:presLayoutVars>
          <dgm:dir/>
          <dgm:resizeHandles val="exact"/>
        </dgm:presLayoutVars>
      </dgm:prSet>
      <dgm:spPr/>
    </dgm:pt>
    <dgm:pt modelId="{0C7DBC6B-8E9F-437B-AF0C-D84B8D1F5CE8}" type="pres">
      <dgm:prSet presAssocID="{7462B616-77AB-4766-A38A-067DA3B28F01}" presName="compNode" presStyleCnt="0"/>
      <dgm:spPr/>
    </dgm:pt>
    <dgm:pt modelId="{188A9512-3AC1-4AF6-8AEA-6E527CF41FCA}" type="pres">
      <dgm:prSet presAssocID="{7462B616-77AB-4766-A38A-067DA3B28F01}" presName="bgRect" presStyleLbl="bgShp" presStyleIdx="0" presStyleCnt="5"/>
      <dgm:spPr/>
    </dgm:pt>
    <dgm:pt modelId="{EA177EED-CD1B-4C27-8C08-664A881111C9}" type="pres">
      <dgm:prSet presAssocID="{7462B616-77AB-4766-A38A-067DA3B28F0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04DD40E1-69A9-4842-AD64-382FC9E6ABBF}" type="pres">
      <dgm:prSet presAssocID="{7462B616-77AB-4766-A38A-067DA3B28F01}" presName="spaceRect" presStyleCnt="0"/>
      <dgm:spPr/>
    </dgm:pt>
    <dgm:pt modelId="{4C05B8E2-5B76-4D0A-84B7-465F72EDF8E1}" type="pres">
      <dgm:prSet presAssocID="{7462B616-77AB-4766-A38A-067DA3B28F01}" presName="parTx" presStyleLbl="revTx" presStyleIdx="0" presStyleCnt="5">
        <dgm:presLayoutVars>
          <dgm:chMax val="0"/>
          <dgm:chPref val="0"/>
        </dgm:presLayoutVars>
      </dgm:prSet>
      <dgm:spPr/>
    </dgm:pt>
    <dgm:pt modelId="{ABBB65AF-87F0-4C02-9D74-EE0F50858259}" type="pres">
      <dgm:prSet presAssocID="{2BF0D635-2400-4A06-9027-38C617393E09}" presName="sibTrans" presStyleCnt="0"/>
      <dgm:spPr/>
    </dgm:pt>
    <dgm:pt modelId="{40B1D361-7553-4BD4-B09A-41FCE3E60D94}" type="pres">
      <dgm:prSet presAssocID="{1FF12FE5-393D-4BB0-9AD1-855958C6ECA3}" presName="compNode" presStyleCnt="0"/>
      <dgm:spPr/>
    </dgm:pt>
    <dgm:pt modelId="{C8332625-32C2-4A0E-B30A-8B8D67765220}" type="pres">
      <dgm:prSet presAssocID="{1FF12FE5-393D-4BB0-9AD1-855958C6ECA3}" presName="bgRect" presStyleLbl="bgShp" presStyleIdx="1" presStyleCnt="5"/>
      <dgm:spPr/>
    </dgm:pt>
    <dgm:pt modelId="{70BFC0EF-0DFE-4D58-B9F3-E0334A70AF61}" type="pres">
      <dgm:prSet presAssocID="{1FF12FE5-393D-4BB0-9AD1-855958C6ECA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82523503-E884-42AB-AD57-6476D5BE5B2C}" type="pres">
      <dgm:prSet presAssocID="{1FF12FE5-393D-4BB0-9AD1-855958C6ECA3}" presName="spaceRect" presStyleCnt="0"/>
      <dgm:spPr/>
    </dgm:pt>
    <dgm:pt modelId="{7C48FD1C-EA00-4082-BFE1-DF81FAD9A0EA}" type="pres">
      <dgm:prSet presAssocID="{1FF12FE5-393D-4BB0-9AD1-855958C6ECA3}" presName="parTx" presStyleLbl="revTx" presStyleIdx="1" presStyleCnt="5">
        <dgm:presLayoutVars>
          <dgm:chMax val="0"/>
          <dgm:chPref val="0"/>
        </dgm:presLayoutVars>
      </dgm:prSet>
      <dgm:spPr/>
    </dgm:pt>
    <dgm:pt modelId="{8807213E-1D06-4AA4-8C01-3A57D21D4B51}" type="pres">
      <dgm:prSet presAssocID="{C5407D5D-B3C2-4667-B672-E38FC5BACCE4}" presName="sibTrans" presStyleCnt="0"/>
      <dgm:spPr/>
    </dgm:pt>
    <dgm:pt modelId="{0EC32DB9-0160-4297-8220-FF0323C1D49E}" type="pres">
      <dgm:prSet presAssocID="{319D9B28-C361-4568-BAF6-C67EF50A97E7}" presName="compNode" presStyleCnt="0"/>
      <dgm:spPr/>
    </dgm:pt>
    <dgm:pt modelId="{8B8B297C-DC9F-42DC-A46D-19B776118897}" type="pres">
      <dgm:prSet presAssocID="{319D9B28-C361-4568-BAF6-C67EF50A97E7}" presName="bgRect" presStyleLbl="bgShp" presStyleIdx="2" presStyleCnt="5"/>
      <dgm:spPr/>
    </dgm:pt>
    <dgm:pt modelId="{F422CA47-CF18-4A26-BCA6-8E5D0008497A}" type="pres">
      <dgm:prSet presAssocID="{319D9B28-C361-4568-BAF6-C67EF50A97E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D493DED-8B88-4D96-80FF-28EFC2E1A43B}" type="pres">
      <dgm:prSet presAssocID="{319D9B28-C361-4568-BAF6-C67EF50A97E7}" presName="spaceRect" presStyleCnt="0"/>
      <dgm:spPr/>
    </dgm:pt>
    <dgm:pt modelId="{FDF352E5-2481-40B7-A310-DB1FA0928348}" type="pres">
      <dgm:prSet presAssocID="{319D9B28-C361-4568-BAF6-C67EF50A97E7}" presName="parTx" presStyleLbl="revTx" presStyleIdx="2" presStyleCnt="5">
        <dgm:presLayoutVars>
          <dgm:chMax val="0"/>
          <dgm:chPref val="0"/>
        </dgm:presLayoutVars>
      </dgm:prSet>
      <dgm:spPr/>
    </dgm:pt>
    <dgm:pt modelId="{130977C4-98CE-4F56-A765-9F38F1E129EC}" type="pres">
      <dgm:prSet presAssocID="{C5C2EC41-1891-4095-8B0E-84D3F3DDBBD2}" presName="sibTrans" presStyleCnt="0"/>
      <dgm:spPr/>
    </dgm:pt>
    <dgm:pt modelId="{04136BA1-C03D-4404-BA9D-C16026F659C7}" type="pres">
      <dgm:prSet presAssocID="{07B7E7F5-386D-435D-AE0C-65C45BDD39CE}" presName="compNode" presStyleCnt="0"/>
      <dgm:spPr/>
    </dgm:pt>
    <dgm:pt modelId="{33CFC287-2864-4357-B7DA-101A9561B241}" type="pres">
      <dgm:prSet presAssocID="{07B7E7F5-386D-435D-AE0C-65C45BDD39CE}" presName="bgRect" presStyleLbl="bgShp" presStyleIdx="3" presStyleCnt="5"/>
      <dgm:spPr/>
    </dgm:pt>
    <dgm:pt modelId="{9D2A6DB9-C3E7-4BBB-8A9C-E8D2B7A3CBD1}" type="pres">
      <dgm:prSet presAssocID="{07B7E7F5-386D-435D-AE0C-65C45BDD39C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92B60A29-66D5-42BE-98DF-3036EA2A7089}" type="pres">
      <dgm:prSet presAssocID="{07B7E7F5-386D-435D-AE0C-65C45BDD39CE}" presName="spaceRect" presStyleCnt="0"/>
      <dgm:spPr/>
    </dgm:pt>
    <dgm:pt modelId="{8DC97DF2-8ED9-4CA0-9B88-D73B0EF624BE}" type="pres">
      <dgm:prSet presAssocID="{07B7E7F5-386D-435D-AE0C-65C45BDD39CE}" presName="parTx" presStyleLbl="revTx" presStyleIdx="3" presStyleCnt="5">
        <dgm:presLayoutVars>
          <dgm:chMax val="0"/>
          <dgm:chPref val="0"/>
        </dgm:presLayoutVars>
      </dgm:prSet>
      <dgm:spPr/>
    </dgm:pt>
    <dgm:pt modelId="{C2380913-533C-42F2-9ACC-098B4F401844}" type="pres">
      <dgm:prSet presAssocID="{B71B7E4A-EFD9-496B-B0D9-120FD65BFFB5}" presName="sibTrans" presStyleCnt="0"/>
      <dgm:spPr/>
    </dgm:pt>
    <dgm:pt modelId="{F41A17C7-921B-41A5-A4F6-5D770E324E1F}" type="pres">
      <dgm:prSet presAssocID="{8211BF13-09DF-45B3-8CA6-8E4B895DA38D}" presName="compNode" presStyleCnt="0"/>
      <dgm:spPr/>
    </dgm:pt>
    <dgm:pt modelId="{F5DD9DA9-FB47-4CEE-A84A-074EAF421C49}" type="pres">
      <dgm:prSet presAssocID="{8211BF13-09DF-45B3-8CA6-8E4B895DA38D}" presName="bgRect" presStyleLbl="bgShp" presStyleIdx="4" presStyleCnt="5"/>
      <dgm:spPr/>
    </dgm:pt>
    <dgm:pt modelId="{52D6AA5E-3346-40CD-8E69-CF79E4988419}" type="pres">
      <dgm:prSet presAssocID="{8211BF13-09DF-45B3-8CA6-8E4B895DA38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7FB9A07-EFEF-4796-B640-BE48B7AD0D9F}" type="pres">
      <dgm:prSet presAssocID="{8211BF13-09DF-45B3-8CA6-8E4B895DA38D}" presName="spaceRect" presStyleCnt="0"/>
      <dgm:spPr/>
    </dgm:pt>
    <dgm:pt modelId="{78EF2759-7D58-4C00-9611-876D97D7E479}" type="pres">
      <dgm:prSet presAssocID="{8211BF13-09DF-45B3-8CA6-8E4B895DA38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4EEAD18-33C1-438E-AEEA-11F7360D3FFF}" srcId="{81D317B2-B11B-4CA1-9A38-03B700AADB5E}" destId="{319D9B28-C361-4568-BAF6-C67EF50A97E7}" srcOrd="2" destOrd="0" parTransId="{0D143B2D-6EB4-48EC-BD9A-2038988E85F1}" sibTransId="{C5C2EC41-1891-4095-8B0E-84D3F3DDBBD2}"/>
    <dgm:cxn modelId="{7B481C33-2FAC-4E45-A9F8-49C5F8D2A1F8}" type="presOf" srcId="{7462B616-77AB-4766-A38A-067DA3B28F01}" destId="{4C05B8E2-5B76-4D0A-84B7-465F72EDF8E1}" srcOrd="0" destOrd="0" presId="urn:microsoft.com/office/officeart/2018/2/layout/IconVerticalSolidList"/>
    <dgm:cxn modelId="{E6E79D5C-C992-4DBB-A67D-91970BAA4128}" srcId="{81D317B2-B11B-4CA1-9A38-03B700AADB5E}" destId="{7462B616-77AB-4766-A38A-067DA3B28F01}" srcOrd="0" destOrd="0" parTransId="{75BB8769-EED5-4847-8006-24D8A06711BA}" sibTransId="{2BF0D635-2400-4A06-9027-38C617393E09}"/>
    <dgm:cxn modelId="{410EC450-32FE-473E-8328-69DF8EC08348}" srcId="{81D317B2-B11B-4CA1-9A38-03B700AADB5E}" destId="{07B7E7F5-386D-435D-AE0C-65C45BDD39CE}" srcOrd="3" destOrd="0" parTransId="{5B019D77-C2BD-471E-8107-B09E4A61F854}" sibTransId="{B71B7E4A-EFD9-496B-B0D9-120FD65BFFB5}"/>
    <dgm:cxn modelId="{2FFE0553-93DD-4252-BDCC-EF2E32B9ED25}" type="presOf" srcId="{1FF12FE5-393D-4BB0-9AD1-855958C6ECA3}" destId="{7C48FD1C-EA00-4082-BFE1-DF81FAD9A0EA}" srcOrd="0" destOrd="0" presId="urn:microsoft.com/office/officeart/2018/2/layout/IconVerticalSolidList"/>
    <dgm:cxn modelId="{4AF21578-7D6B-4DE0-A296-F0A81299EFAE}" type="presOf" srcId="{8211BF13-09DF-45B3-8CA6-8E4B895DA38D}" destId="{78EF2759-7D58-4C00-9611-876D97D7E479}" srcOrd="0" destOrd="0" presId="urn:microsoft.com/office/officeart/2018/2/layout/IconVerticalSolidList"/>
    <dgm:cxn modelId="{018DD983-D025-40AA-B1DB-2D4E66029825}" type="presOf" srcId="{319D9B28-C361-4568-BAF6-C67EF50A97E7}" destId="{FDF352E5-2481-40B7-A310-DB1FA0928348}" srcOrd="0" destOrd="0" presId="urn:microsoft.com/office/officeart/2018/2/layout/IconVerticalSolidList"/>
    <dgm:cxn modelId="{20744593-1F13-4C69-8DFE-61AF6C9DBE7D}" srcId="{81D317B2-B11B-4CA1-9A38-03B700AADB5E}" destId="{8211BF13-09DF-45B3-8CA6-8E4B895DA38D}" srcOrd="4" destOrd="0" parTransId="{BBCE195B-5D1B-4533-B523-F4A779AF3802}" sibTransId="{0032E878-1687-48B8-AAB4-6C448A146D8F}"/>
    <dgm:cxn modelId="{A569479D-41EA-498F-AE40-D6E14C400831}" srcId="{81D317B2-B11B-4CA1-9A38-03B700AADB5E}" destId="{1FF12FE5-393D-4BB0-9AD1-855958C6ECA3}" srcOrd="1" destOrd="0" parTransId="{B370D656-86DB-418E-81DE-E10BE1997E12}" sibTransId="{C5407D5D-B3C2-4667-B672-E38FC5BACCE4}"/>
    <dgm:cxn modelId="{CC2398F4-BBC6-40E1-AE31-739E6EEF1D2A}" type="presOf" srcId="{81D317B2-B11B-4CA1-9A38-03B700AADB5E}" destId="{FBDF3073-0D6D-4DE5-AD4F-815D0F79623A}" srcOrd="0" destOrd="0" presId="urn:microsoft.com/office/officeart/2018/2/layout/IconVerticalSolidList"/>
    <dgm:cxn modelId="{A075E7FF-DC19-4CFC-9B58-E248496D31CA}" type="presOf" srcId="{07B7E7F5-386D-435D-AE0C-65C45BDD39CE}" destId="{8DC97DF2-8ED9-4CA0-9B88-D73B0EF624BE}" srcOrd="0" destOrd="0" presId="urn:microsoft.com/office/officeart/2018/2/layout/IconVerticalSolidList"/>
    <dgm:cxn modelId="{5E4A6CEB-DEBA-474A-9AF9-EF4EFDE06E57}" type="presParOf" srcId="{FBDF3073-0D6D-4DE5-AD4F-815D0F79623A}" destId="{0C7DBC6B-8E9F-437B-AF0C-D84B8D1F5CE8}" srcOrd="0" destOrd="0" presId="urn:microsoft.com/office/officeart/2018/2/layout/IconVerticalSolidList"/>
    <dgm:cxn modelId="{169103AE-5699-4446-9044-622EF2982F7B}" type="presParOf" srcId="{0C7DBC6B-8E9F-437B-AF0C-D84B8D1F5CE8}" destId="{188A9512-3AC1-4AF6-8AEA-6E527CF41FCA}" srcOrd="0" destOrd="0" presId="urn:microsoft.com/office/officeart/2018/2/layout/IconVerticalSolidList"/>
    <dgm:cxn modelId="{0E7EB626-6448-4A2C-9545-12DB0FF5651E}" type="presParOf" srcId="{0C7DBC6B-8E9F-437B-AF0C-D84B8D1F5CE8}" destId="{EA177EED-CD1B-4C27-8C08-664A881111C9}" srcOrd="1" destOrd="0" presId="urn:microsoft.com/office/officeart/2018/2/layout/IconVerticalSolidList"/>
    <dgm:cxn modelId="{9A7ACF8D-3BBE-42AC-BD0F-B3F29179347B}" type="presParOf" srcId="{0C7DBC6B-8E9F-437B-AF0C-D84B8D1F5CE8}" destId="{04DD40E1-69A9-4842-AD64-382FC9E6ABBF}" srcOrd="2" destOrd="0" presId="urn:microsoft.com/office/officeart/2018/2/layout/IconVerticalSolidList"/>
    <dgm:cxn modelId="{ADE1BAA8-C830-42D8-ACDE-F1A1C50C6FFA}" type="presParOf" srcId="{0C7DBC6B-8E9F-437B-AF0C-D84B8D1F5CE8}" destId="{4C05B8E2-5B76-4D0A-84B7-465F72EDF8E1}" srcOrd="3" destOrd="0" presId="urn:microsoft.com/office/officeart/2018/2/layout/IconVerticalSolidList"/>
    <dgm:cxn modelId="{C2AACC25-AE3B-489E-99B8-D54C22D1548E}" type="presParOf" srcId="{FBDF3073-0D6D-4DE5-AD4F-815D0F79623A}" destId="{ABBB65AF-87F0-4C02-9D74-EE0F50858259}" srcOrd="1" destOrd="0" presId="urn:microsoft.com/office/officeart/2018/2/layout/IconVerticalSolidList"/>
    <dgm:cxn modelId="{9A9586FD-F745-4A30-BCBC-8DC59EE42541}" type="presParOf" srcId="{FBDF3073-0D6D-4DE5-AD4F-815D0F79623A}" destId="{40B1D361-7553-4BD4-B09A-41FCE3E60D94}" srcOrd="2" destOrd="0" presId="urn:microsoft.com/office/officeart/2018/2/layout/IconVerticalSolidList"/>
    <dgm:cxn modelId="{6B38E365-DC21-4356-8BDD-E04D0E2B0F07}" type="presParOf" srcId="{40B1D361-7553-4BD4-B09A-41FCE3E60D94}" destId="{C8332625-32C2-4A0E-B30A-8B8D67765220}" srcOrd="0" destOrd="0" presId="urn:microsoft.com/office/officeart/2018/2/layout/IconVerticalSolidList"/>
    <dgm:cxn modelId="{659A2FE4-C46A-4F0F-881E-A0490CEA4B53}" type="presParOf" srcId="{40B1D361-7553-4BD4-B09A-41FCE3E60D94}" destId="{70BFC0EF-0DFE-4D58-B9F3-E0334A70AF61}" srcOrd="1" destOrd="0" presId="urn:microsoft.com/office/officeart/2018/2/layout/IconVerticalSolidList"/>
    <dgm:cxn modelId="{65F05308-AC8A-4127-B4B2-19F1828CBAF1}" type="presParOf" srcId="{40B1D361-7553-4BD4-B09A-41FCE3E60D94}" destId="{82523503-E884-42AB-AD57-6476D5BE5B2C}" srcOrd="2" destOrd="0" presId="urn:microsoft.com/office/officeart/2018/2/layout/IconVerticalSolidList"/>
    <dgm:cxn modelId="{0495622C-923D-4039-B56E-B35E296517CC}" type="presParOf" srcId="{40B1D361-7553-4BD4-B09A-41FCE3E60D94}" destId="{7C48FD1C-EA00-4082-BFE1-DF81FAD9A0EA}" srcOrd="3" destOrd="0" presId="urn:microsoft.com/office/officeart/2018/2/layout/IconVerticalSolidList"/>
    <dgm:cxn modelId="{9CB36181-EECE-4BAE-8F04-7F66434E6969}" type="presParOf" srcId="{FBDF3073-0D6D-4DE5-AD4F-815D0F79623A}" destId="{8807213E-1D06-4AA4-8C01-3A57D21D4B51}" srcOrd="3" destOrd="0" presId="urn:microsoft.com/office/officeart/2018/2/layout/IconVerticalSolidList"/>
    <dgm:cxn modelId="{688AE28B-A3D8-41CD-8484-D82EABC13943}" type="presParOf" srcId="{FBDF3073-0D6D-4DE5-AD4F-815D0F79623A}" destId="{0EC32DB9-0160-4297-8220-FF0323C1D49E}" srcOrd="4" destOrd="0" presId="urn:microsoft.com/office/officeart/2018/2/layout/IconVerticalSolidList"/>
    <dgm:cxn modelId="{99061554-247B-45A7-A0BA-398A87FD2C69}" type="presParOf" srcId="{0EC32DB9-0160-4297-8220-FF0323C1D49E}" destId="{8B8B297C-DC9F-42DC-A46D-19B776118897}" srcOrd="0" destOrd="0" presId="urn:microsoft.com/office/officeart/2018/2/layout/IconVerticalSolidList"/>
    <dgm:cxn modelId="{06129D50-1A61-4A6A-850E-09467B243A1E}" type="presParOf" srcId="{0EC32DB9-0160-4297-8220-FF0323C1D49E}" destId="{F422CA47-CF18-4A26-BCA6-8E5D0008497A}" srcOrd="1" destOrd="0" presId="urn:microsoft.com/office/officeart/2018/2/layout/IconVerticalSolidList"/>
    <dgm:cxn modelId="{489C8061-3452-48F6-B804-3267F8C54459}" type="presParOf" srcId="{0EC32DB9-0160-4297-8220-FF0323C1D49E}" destId="{2D493DED-8B88-4D96-80FF-28EFC2E1A43B}" srcOrd="2" destOrd="0" presId="urn:microsoft.com/office/officeart/2018/2/layout/IconVerticalSolidList"/>
    <dgm:cxn modelId="{5F2E1629-BDDD-40E8-AADA-7BA44E627D8D}" type="presParOf" srcId="{0EC32DB9-0160-4297-8220-FF0323C1D49E}" destId="{FDF352E5-2481-40B7-A310-DB1FA0928348}" srcOrd="3" destOrd="0" presId="urn:microsoft.com/office/officeart/2018/2/layout/IconVerticalSolidList"/>
    <dgm:cxn modelId="{7F1E8E3B-001C-4308-AE55-C90A4DA3FC6F}" type="presParOf" srcId="{FBDF3073-0D6D-4DE5-AD4F-815D0F79623A}" destId="{130977C4-98CE-4F56-A765-9F38F1E129EC}" srcOrd="5" destOrd="0" presId="urn:microsoft.com/office/officeart/2018/2/layout/IconVerticalSolidList"/>
    <dgm:cxn modelId="{5BEEA9CA-B534-42B6-B3D0-2756A282C868}" type="presParOf" srcId="{FBDF3073-0D6D-4DE5-AD4F-815D0F79623A}" destId="{04136BA1-C03D-4404-BA9D-C16026F659C7}" srcOrd="6" destOrd="0" presId="urn:microsoft.com/office/officeart/2018/2/layout/IconVerticalSolidList"/>
    <dgm:cxn modelId="{B50377AA-075A-4879-BF72-D547DBF4760F}" type="presParOf" srcId="{04136BA1-C03D-4404-BA9D-C16026F659C7}" destId="{33CFC287-2864-4357-B7DA-101A9561B241}" srcOrd="0" destOrd="0" presId="urn:microsoft.com/office/officeart/2018/2/layout/IconVerticalSolidList"/>
    <dgm:cxn modelId="{9D358D26-5352-4CE2-9815-DE58A3251195}" type="presParOf" srcId="{04136BA1-C03D-4404-BA9D-C16026F659C7}" destId="{9D2A6DB9-C3E7-4BBB-8A9C-E8D2B7A3CBD1}" srcOrd="1" destOrd="0" presId="urn:microsoft.com/office/officeart/2018/2/layout/IconVerticalSolidList"/>
    <dgm:cxn modelId="{1A7239E4-F3E9-4602-910A-3B8874CF51CC}" type="presParOf" srcId="{04136BA1-C03D-4404-BA9D-C16026F659C7}" destId="{92B60A29-66D5-42BE-98DF-3036EA2A7089}" srcOrd="2" destOrd="0" presId="urn:microsoft.com/office/officeart/2018/2/layout/IconVerticalSolidList"/>
    <dgm:cxn modelId="{723A8552-29A3-4D80-AD8E-784D7D1D3A06}" type="presParOf" srcId="{04136BA1-C03D-4404-BA9D-C16026F659C7}" destId="{8DC97DF2-8ED9-4CA0-9B88-D73B0EF624BE}" srcOrd="3" destOrd="0" presId="urn:microsoft.com/office/officeart/2018/2/layout/IconVerticalSolidList"/>
    <dgm:cxn modelId="{35B938F8-7006-4E6C-8FCD-C8CA66F7A4D7}" type="presParOf" srcId="{FBDF3073-0D6D-4DE5-AD4F-815D0F79623A}" destId="{C2380913-533C-42F2-9ACC-098B4F401844}" srcOrd="7" destOrd="0" presId="urn:microsoft.com/office/officeart/2018/2/layout/IconVerticalSolidList"/>
    <dgm:cxn modelId="{B2607170-2F3F-4165-903C-8E163E74F86E}" type="presParOf" srcId="{FBDF3073-0D6D-4DE5-AD4F-815D0F79623A}" destId="{F41A17C7-921B-41A5-A4F6-5D770E324E1F}" srcOrd="8" destOrd="0" presId="urn:microsoft.com/office/officeart/2018/2/layout/IconVerticalSolidList"/>
    <dgm:cxn modelId="{8E9D0AB9-CD7F-47F6-B9A2-F0AD4F2F82B9}" type="presParOf" srcId="{F41A17C7-921B-41A5-A4F6-5D770E324E1F}" destId="{F5DD9DA9-FB47-4CEE-A84A-074EAF421C49}" srcOrd="0" destOrd="0" presId="urn:microsoft.com/office/officeart/2018/2/layout/IconVerticalSolidList"/>
    <dgm:cxn modelId="{DA0B2BAF-D0C2-405A-83AE-E95AB7CB2A92}" type="presParOf" srcId="{F41A17C7-921B-41A5-A4F6-5D770E324E1F}" destId="{52D6AA5E-3346-40CD-8E69-CF79E4988419}" srcOrd="1" destOrd="0" presId="urn:microsoft.com/office/officeart/2018/2/layout/IconVerticalSolidList"/>
    <dgm:cxn modelId="{A2D77F4E-D141-4915-93E5-C9064CEB3463}" type="presParOf" srcId="{F41A17C7-921B-41A5-A4F6-5D770E324E1F}" destId="{47FB9A07-EFEF-4796-B640-BE48B7AD0D9F}" srcOrd="2" destOrd="0" presId="urn:microsoft.com/office/officeart/2018/2/layout/IconVerticalSolidList"/>
    <dgm:cxn modelId="{7A9BEA08-1C72-4F0F-9214-46271D20DF67}" type="presParOf" srcId="{F41A17C7-921B-41A5-A4F6-5D770E324E1F}" destId="{78EF2759-7D58-4C00-9611-876D97D7E4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7A1805-EFCC-43F9-8186-E53084B0A4E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66DD5A-A248-46AB-A623-636469187C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Project Aims:</a:t>
          </a:r>
        </a:p>
      </dgm:t>
    </dgm:pt>
    <dgm:pt modelId="{61475512-D6FE-4BF3-8DEE-1E1498C34AD8}" type="parTrans" cxnId="{B0D4DAD4-861D-49A7-BA5F-E040D0262029}">
      <dgm:prSet/>
      <dgm:spPr/>
      <dgm:t>
        <a:bodyPr/>
        <a:lstStyle/>
        <a:p>
          <a:endParaRPr lang="en-US"/>
        </a:p>
      </dgm:t>
    </dgm:pt>
    <dgm:pt modelId="{FFB0676E-B047-488F-941B-9D890601F90E}" type="sibTrans" cxnId="{B0D4DAD4-861D-49A7-BA5F-E040D0262029}">
      <dgm:prSet/>
      <dgm:spPr/>
      <dgm:t>
        <a:bodyPr/>
        <a:lstStyle/>
        <a:p>
          <a:endParaRPr lang="en-US"/>
        </a:p>
      </dgm:t>
    </dgm:pt>
    <dgm:pt modelId="{7A739C46-EC8B-43AE-B0B8-91C99BBD7B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Automatically generate human-like captions for unseen images</a:t>
          </a:r>
        </a:p>
      </dgm:t>
    </dgm:pt>
    <dgm:pt modelId="{693C5382-D059-413E-9133-68004007051D}" type="parTrans" cxnId="{AB4927C0-629D-4CF4-BE56-6AAFC0CD13BD}">
      <dgm:prSet/>
      <dgm:spPr/>
      <dgm:t>
        <a:bodyPr/>
        <a:lstStyle/>
        <a:p>
          <a:endParaRPr lang="en-US"/>
        </a:p>
      </dgm:t>
    </dgm:pt>
    <dgm:pt modelId="{1533396D-B43B-447D-8343-17E2C6BEA7FD}" type="sibTrans" cxnId="{AB4927C0-629D-4CF4-BE56-6AAFC0CD13BD}">
      <dgm:prSet/>
      <dgm:spPr/>
      <dgm:t>
        <a:bodyPr/>
        <a:lstStyle/>
        <a:p>
          <a:endParaRPr lang="en-US"/>
        </a:p>
      </dgm:t>
    </dgm:pt>
    <dgm:pt modelId="{D3FC3332-15BD-4882-BB11-7ED7AD4196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 a robust, end-to-end deep learning model</a:t>
          </a:r>
        </a:p>
      </dgm:t>
    </dgm:pt>
    <dgm:pt modelId="{E5C749BB-0796-4BCC-8637-82A665CE608C}" type="parTrans" cxnId="{7A2D58A6-99CD-4BC9-ACFA-F583A4DBA873}">
      <dgm:prSet/>
      <dgm:spPr/>
      <dgm:t>
        <a:bodyPr/>
        <a:lstStyle/>
        <a:p>
          <a:endParaRPr lang="en-US"/>
        </a:p>
      </dgm:t>
    </dgm:pt>
    <dgm:pt modelId="{3B8D4967-3EA4-40D0-A910-3E2D0AA9A3F1}" type="sibTrans" cxnId="{7A2D58A6-99CD-4BC9-ACFA-F583A4DBA873}">
      <dgm:prSet/>
      <dgm:spPr/>
      <dgm:t>
        <a:bodyPr/>
        <a:lstStyle/>
        <a:p>
          <a:endParaRPr lang="en-US"/>
        </a:p>
      </dgm:t>
    </dgm:pt>
    <dgm:pt modelId="{02930BF1-0670-460C-A637-4BD1A2AFC3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Evaluate performance using standard NLG metrics</a:t>
          </a:r>
        </a:p>
      </dgm:t>
    </dgm:pt>
    <dgm:pt modelId="{AC96C6F5-5905-41FC-9003-24DFD819B14A}" type="parTrans" cxnId="{2AE28295-A134-4ED0-99C0-309C613B6CBF}">
      <dgm:prSet/>
      <dgm:spPr/>
      <dgm:t>
        <a:bodyPr/>
        <a:lstStyle/>
        <a:p>
          <a:endParaRPr lang="en-US"/>
        </a:p>
      </dgm:t>
    </dgm:pt>
    <dgm:pt modelId="{98570B3F-96B1-4442-A726-D22B39E1084B}" type="sibTrans" cxnId="{2AE28295-A134-4ED0-99C0-309C613B6CBF}">
      <dgm:prSet/>
      <dgm:spPr/>
      <dgm:t>
        <a:bodyPr/>
        <a:lstStyle/>
        <a:p>
          <a:endParaRPr lang="en-US"/>
        </a:p>
      </dgm:t>
    </dgm:pt>
    <dgm:pt modelId="{E7E16E62-254D-44D6-ACD9-AB127485BC13}" type="pres">
      <dgm:prSet presAssocID="{2D7A1805-EFCC-43F9-8186-E53084B0A4ED}" presName="root" presStyleCnt="0">
        <dgm:presLayoutVars>
          <dgm:dir/>
          <dgm:resizeHandles val="exact"/>
        </dgm:presLayoutVars>
      </dgm:prSet>
      <dgm:spPr/>
    </dgm:pt>
    <dgm:pt modelId="{70F4AF9A-A09A-4ECA-9395-8EA99507367A}" type="pres">
      <dgm:prSet presAssocID="{D366DD5A-A248-46AB-A623-636469187C32}" presName="compNode" presStyleCnt="0"/>
      <dgm:spPr/>
    </dgm:pt>
    <dgm:pt modelId="{D526A3A9-14D2-4117-8474-30373C7E41DA}" type="pres">
      <dgm:prSet presAssocID="{D366DD5A-A248-46AB-A623-636469187C32}" presName="bgRect" presStyleLbl="bgShp" presStyleIdx="0" presStyleCnt="4"/>
      <dgm:spPr/>
    </dgm:pt>
    <dgm:pt modelId="{945B639A-BDF6-4B98-BC54-5E771DAE82DB}" type="pres">
      <dgm:prSet presAssocID="{D366DD5A-A248-46AB-A623-636469187C3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5D5D663-2023-4227-B4DA-1B44CBCBEB97}" type="pres">
      <dgm:prSet presAssocID="{D366DD5A-A248-46AB-A623-636469187C32}" presName="spaceRect" presStyleCnt="0"/>
      <dgm:spPr/>
    </dgm:pt>
    <dgm:pt modelId="{59C5CC3D-29B0-4B20-AB59-5F21627A88F3}" type="pres">
      <dgm:prSet presAssocID="{D366DD5A-A248-46AB-A623-636469187C32}" presName="parTx" presStyleLbl="revTx" presStyleIdx="0" presStyleCnt="4">
        <dgm:presLayoutVars>
          <dgm:chMax val="0"/>
          <dgm:chPref val="0"/>
        </dgm:presLayoutVars>
      </dgm:prSet>
      <dgm:spPr/>
    </dgm:pt>
    <dgm:pt modelId="{A3C847B0-030E-4F93-9A30-52D6FAB04215}" type="pres">
      <dgm:prSet presAssocID="{FFB0676E-B047-488F-941B-9D890601F90E}" presName="sibTrans" presStyleCnt="0"/>
      <dgm:spPr/>
    </dgm:pt>
    <dgm:pt modelId="{6EC9FEE7-86E1-4C1B-B51B-B81AE370A527}" type="pres">
      <dgm:prSet presAssocID="{7A739C46-EC8B-43AE-B0B8-91C99BBD7B10}" presName="compNode" presStyleCnt="0"/>
      <dgm:spPr/>
    </dgm:pt>
    <dgm:pt modelId="{063C9948-7275-44E3-BFC3-7F1378C2238F}" type="pres">
      <dgm:prSet presAssocID="{7A739C46-EC8B-43AE-B0B8-91C99BBD7B10}" presName="bgRect" presStyleLbl="bgShp" presStyleIdx="1" presStyleCnt="4"/>
      <dgm:spPr/>
    </dgm:pt>
    <dgm:pt modelId="{88FD9820-9649-4293-AB91-F10212BF418D}" type="pres">
      <dgm:prSet presAssocID="{7A739C46-EC8B-43AE-B0B8-91C99BBD7B1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51B82142-9A5C-427B-92D5-A42F2B8D5ADB}" type="pres">
      <dgm:prSet presAssocID="{7A739C46-EC8B-43AE-B0B8-91C99BBD7B10}" presName="spaceRect" presStyleCnt="0"/>
      <dgm:spPr/>
    </dgm:pt>
    <dgm:pt modelId="{1C7ABB10-B4DB-4068-A316-4CC29BE529CC}" type="pres">
      <dgm:prSet presAssocID="{7A739C46-EC8B-43AE-B0B8-91C99BBD7B10}" presName="parTx" presStyleLbl="revTx" presStyleIdx="1" presStyleCnt="4">
        <dgm:presLayoutVars>
          <dgm:chMax val="0"/>
          <dgm:chPref val="0"/>
        </dgm:presLayoutVars>
      </dgm:prSet>
      <dgm:spPr/>
    </dgm:pt>
    <dgm:pt modelId="{FF40927B-BF1E-4ABD-BAA5-E870ED9D2716}" type="pres">
      <dgm:prSet presAssocID="{1533396D-B43B-447D-8343-17E2C6BEA7FD}" presName="sibTrans" presStyleCnt="0"/>
      <dgm:spPr/>
    </dgm:pt>
    <dgm:pt modelId="{0525D0BB-10B3-4D55-BD17-2EC0E8166A57}" type="pres">
      <dgm:prSet presAssocID="{D3FC3332-15BD-4882-BB11-7ED7AD4196AD}" presName="compNode" presStyleCnt="0"/>
      <dgm:spPr/>
    </dgm:pt>
    <dgm:pt modelId="{1DF276A2-3654-4F18-B413-792455594D0F}" type="pres">
      <dgm:prSet presAssocID="{D3FC3332-15BD-4882-BB11-7ED7AD4196AD}" presName="bgRect" presStyleLbl="bgShp" presStyleIdx="2" presStyleCnt="4"/>
      <dgm:spPr/>
    </dgm:pt>
    <dgm:pt modelId="{B3057ABC-B56D-4658-829D-FE98C912E63E}" type="pres">
      <dgm:prSet presAssocID="{D3FC3332-15BD-4882-BB11-7ED7AD4196A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FB5D1BC5-0FCF-4ABC-8A77-1C2FF3B0570A}" type="pres">
      <dgm:prSet presAssocID="{D3FC3332-15BD-4882-BB11-7ED7AD4196AD}" presName="spaceRect" presStyleCnt="0"/>
      <dgm:spPr/>
    </dgm:pt>
    <dgm:pt modelId="{013FF752-0AF3-4A7A-A658-A40DA276F4D7}" type="pres">
      <dgm:prSet presAssocID="{D3FC3332-15BD-4882-BB11-7ED7AD4196AD}" presName="parTx" presStyleLbl="revTx" presStyleIdx="2" presStyleCnt="4">
        <dgm:presLayoutVars>
          <dgm:chMax val="0"/>
          <dgm:chPref val="0"/>
        </dgm:presLayoutVars>
      </dgm:prSet>
      <dgm:spPr/>
    </dgm:pt>
    <dgm:pt modelId="{D0B78559-F109-4691-938C-7F7D780A31D7}" type="pres">
      <dgm:prSet presAssocID="{3B8D4967-3EA4-40D0-A910-3E2D0AA9A3F1}" presName="sibTrans" presStyleCnt="0"/>
      <dgm:spPr/>
    </dgm:pt>
    <dgm:pt modelId="{26BBB270-645B-4D13-8680-3ACF5DABFD2A}" type="pres">
      <dgm:prSet presAssocID="{02930BF1-0670-460C-A637-4BD1A2AFC3F4}" presName="compNode" presStyleCnt="0"/>
      <dgm:spPr/>
    </dgm:pt>
    <dgm:pt modelId="{0B5AB862-19DD-4B6F-B87B-4878D6B90263}" type="pres">
      <dgm:prSet presAssocID="{02930BF1-0670-460C-A637-4BD1A2AFC3F4}" presName="bgRect" presStyleLbl="bgShp" presStyleIdx="3" presStyleCnt="4"/>
      <dgm:spPr/>
    </dgm:pt>
    <dgm:pt modelId="{F6A2ED29-8DC2-4F20-8191-AEF29B373C66}" type="pres">
      <dgm:prSet presAssocID="{02930BF1-0670-460C-A637-4BD1A2AFC3F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4A04FFA-77C1-4143-8F84-939935063023}" type="pres">
      <dgm:prSet presAssocID="{02930BF1-0670-460C-A637-4BD1A2AFC3F4}" presName="spaceRect" presStyleCnt="0"/>
      <dgm:spPr/>
    </dgm:pt>
    <dgm:pt modelId="{271A05DA-7DC4-4681-8CD6-CD4B9017CEE3}" type="pres">
      <dgm:prSet presAssocID="{02930BF1-0670-460C-A637-4BD1A2AFC3F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4BF7A30-0243-4031-A612-B7E9C0580E73}" type="presOf" srcId="{02930BF1-0670-460C-A637-4BD1A2AFC3F4}" destId="{271A05DA-7DC4-4681-8CD6-CD4B9017CEE3}" srcOrd="0" destOrd="0" presId="urn:microsoft.com/office/officeart/2018/2/layout/IconVerticalSolidList"/>
    <dgm:cxn modelId="{7049A972-42FF-4E63-BE1F-4BD09DAE4F1F}" type="presOf" srcId="{D3FC3332-15BD-4882-BB11-7ED7AD4196AD}" destId="{013FF752-0AF3-4A7A-A658-A40DA276F4D7}" srcOrd="0" destOrd="0" presId="urn:microsoft.com/office/officeart/2018/2/layout/IconVerticalSolidList"/>
    <dgm:cxn modelId="{2AE28295-A134-4ED0-99C0-309C613B6CBF}" srcId="{2D7A1805-EFCC-43F9-8186-E53084B0A4ED}" destId="{02930BF1-0670-460C-A637-4BD1A2AFC3F4}" srcOrd="3" destOrd="0" parTransId="{AC96C6F5-5905-41FC-9003-24DFD819B14A}" sibTransId="{98570B3F-96B1-4442-A726-D22B39E1084B}"/>
    <dgm:cxn modelId="{E77C9C9B-3B47-4E5B-8E24-1BBFD556D6C6}" type="presOf" srcId="{D366DD5A-A248-46AB-A623-636469187C32}" destId="{59C5CC3D-29B0-4B20-AB59-5F21627A88F3}" srcOrd="0" destOrd="0" presId="urn:microsoft.com/office/officeart/2018/2/layout/IconVerticalSolidList"/>
    <dgm:cxn modelId="{7A2D58A6-99CD-4BC9-ACFA-F583A4DBA873}" srcId="{2D7A1805-EFCC-43F9-8186-E53084B0A4ED}" destId="{D3FC3332-15BD-4882-BB11-7ED7AD4196AD}" srcOrd="2" destOrd="0" parTransId="{E5C749BB-0796-4BCC-8637-82A665CE608C}" sibTransId="{3B8D4967-3EA4-40D0-A910-3E2D0AA9A3F1}"/>
    <dgm:cxn modelId="{AB4927C0-629D-4CF4-BE56-6AAFC0CD13BD}" srcId="{2D7A1805-EFCC-43F9-8186-E53084B0A4ED}" destId="{7A739C46-EC8B-43AE-B0B8-91C99BBD7B10}" srcOrd="1" destOrd="0" parTransId="{693C5382-D059-413E-9133-68004007051D}" sibTransId="{1533396D-B43B-447D-8343-17E2C6BEA7FD}"/>
    <dgm:cxn modelId="{01F942C1-7B18-423C-A43F-451590620258}" type="presOf" srcId="{2D7A1805-EFCC-43F9-8186-E53084B0A4ED}" destId="{E7E16E62-254D-44D6-ACD9-AB127485BC13}" srcOrd="0" destOrd="0" presId="urn:microsoft.com/office/officeart/2018/2/layout/IconVerticalSolidList"/>
    <dgm:cxn modelId="{B0D4DAD4-861D-49A7-BA5F-E040D0262029}" srcId="{2D7A1805-EFCC-43F9-8186-E53084B0A4ED}" destId="{D366DD5A-A248-46AB-A623-636469187C32}" srcOrd="0" destOrd="0" parTransId="{61475512-D6FE-4BF3-8DEE-1E1498C34AD8}" sibTransId="{FFB0676E-B047-488F-941B-9D890601F90E}"/>
    <dgm:cxn modelId="{C28F8CF6-07C4-446C-B594-69ABE220106A}" type="presOf" srcId="{7A739C46-EC8B-43AE-B0B8-91C99BBD7B10}" destId="{1C7ABB10-B4DB-4068-A316-4CC29BE529CC}" srcOrd="0" destOrd="0" presId="urn:microsoft.com/office/officeart/2018/2/layout/IconVerticalSolidList"/>
    <dgm:cxn modelId="{B7163914-3787-48D3-B349-D953DD1440C4}" type="presParOf" srcId="{E7E16E62-254D-44D6-ACD9-AB127485BC13}" destId="{70F4AF9A-A09A-4ECA-9395-8EA99507367A}" srcOrd="0" destOrd="0" presId="urn:microsoft.com/office/officeart/2018/2/layout/IconVerticalSolidList"/>
    <dgm:cxn modelId="{D94D98AA-D64D-41BB-9454-26AAC99201C3}" type="presParOf" srcId="{70F4AF9A-A09A-4ECA-9395-8EA99507367A}" destId="{D526A3A9-14D2-4117-8474-30373C7E41DA}" srcOrd="0" destOrd="0" presId="urn:microsoft.com/office/officeart/2018/2/layout/IconVerticalSolidList"/>
    <dgm:cxn modelId="{407B1193-E488-40ED-812E-CB5D2DAF909D}" type="presParOf" srcId="{70F4AF9A-A09A-4ECA-9395-8EA99507367A}" destId="{945B639A-BDF6-4B98-BC54-5E771DAE82DB}" srcOrd="1" destOrd="0" presId="urn:microsoft.com/office/officeart/2018/2/layout/IconVerticalSolidList"/>
    <dgm:cxn modelId="{916CEB50-F53F-42DA-AED4-A0B26354EF95}" type="presParOf" srcId="{70F4AF9A-A09A-4ECA-9395-8EA99507367A}" destId="{05D5D663-2023-4227-B4DA-1B44CBCBEB97}" srcOrd="2" destOrd="0" presId="urn:microsoft.com/office/officeart/2018/2/layout/IconVerticalSolidList"/>
    <dgm:cxn modelId="{78E603EC-1925-4181-B383-2C35EA905C2C}" type="presParOf" srcId="{70F4AF9A-A09A-4ECA-9395-8EA99507367A}" destId="{59C5CC3D-29B0-4B20-AB59-5F21627A88F3}" srcOrd="3" destOrd="0" presId="urn:microsoft.com/office/officeart/2018/2/layout/IconVerticalSolidList"/>
    <dgm:cxn modelId="{C40C22F3-D961-422D-B208-8D62423657C4}" type="presParOf" srcId="{E7E16E62-254D-44D6-ACD9-AB127485BC13}" destId="{A3C847B0-030E-4F93-9A30-52D6FAB04215}" srcOrd="1" destOrd="0" presId="urn:microsoft.com/office/officeart/2018/2/layout/IconVerticalSolidList"/>
    <dgm:cxn modelId="{F5F66CE2-0EDC-4E2B-BA58-62927C06387D}" type="presParOf" srcId="{E7E16E62-254D-44D6-ACD9-AB127485BC13}" destId="{6EC9FEE7-86E1-4C1B-B51B-B81AE370A527}" srcOrd="2" destOrd="0" presId="urn:microsoft.com/office/officeart/2018/2/layout/IconVerticalSolidList"/>
    <dgm:cxn modelId="{F5CB3E02-B247-48D9-924B-04D9F0B676C4}" type="presParOf" srcId="{6EC9FEE7-86E1-4C1B-B51B-B81AE370A527}" destId="{063C9948-7275-44E3-BFC3-7F1378C2238F}" srcOrd="0" destOrd="0" presId="urn:microsoft.com/office/officeart/2018/2/layout/IconVerticalSolidList"/>
    <dgm:cxn modelId="{1FACC906-6E8C-435F-B6E3-64344ACC17EE}" type="presParOf" srcId="{6EC9FEE7-86E1-4C1B-B51B-B81AE370A527}" destId="{88FD9820-9649-4293-AB91-F10212BF418D}" srcOrd="1" destOrd="0" presId="urn:microsoft.com/office/officeart/2018/2/layout/IconVerticalSolidList"/>
    <dgm:cxn modelId="{0B47D781-091D-4E5E-89DA-3099850E44D3}" type="presParOf" srcId="{6EC9FEE7-86E1-4C1B-B51B-B81AE370A527}" destId="{51B82142-9A5C-427B-92D5-A42F2B8D5ADB}" srcOrd="2" destOrd="0" presId="urn:microsoft.com/office/officeart/2018/2/layout/IconVerticalSolidList"/>
    <dgm:cxn modelId="{55303020-214B-4C76-B1BE-72974147DC8D}" type="presParOf" srcId="{6EC9FEE7-86E1-4C1B-B51B-B81AE370A527}" destId="{1C7ABB10-B4DB-4068-A316-4CC29BE529CC}" srcOrd="3" destOrd="0" presId="urn:microsoft.com/office/officeart/2018/2/layout/IconVerticalSolidList"/>
    <dgm:cxn modelId="{9641B11D-C27D-4A65-8554-7ABF9C3F27A7}" type="presParOf" srcId="{E7E16E62-254D-44D6-ACD9-AB127485BC13}" destId="{FF40927B-BF1E-4ABD-BAA5-E870ED9D2716}" srcOrd="3" destOrd="0" presId="urn:microsoft.com/office/officeart/2018/2/layout/IconVerticalSolidList"/>
    <dgm:cxn modelId="{104D7752-9E00-4841-8B9B-2E1658F33FAE}" type="presParOf" srcId="{E7E16E62-254D-44D6-ACD9-AB127485BC13}" destId="{0525D0BB-10B3-4D55-BD17-2EC0E8166A57}" srcOrd="4" destOrd="0" presId="urn:microsoft.com/office/officeart/2018/2/layout/IconVerticalSolidList"/>
    <dgm:cxn modelId="{4D60FBE0-269C-4C3A-886D-7A3D23530FD3}" type="presParOf" srcId="{0525D0BB-10B3-4D55-BD17-2EC0E8166A57}" destId="{1DF276A2-3654-4F18-B413-792455594D0F}" srcOrd="0" destOrd="0" presId="urn:microsoft.com/office/officeart/2018/2/layout/IconVerticalSolidList"/>
    <dgm:cxn modelId="{678ED0D5-B395-4208-9C5C-EB93B2C50687}" type="presParOf" srcId="{0525D0BB-10B3-4D55-BD17-2EC0E8166A57}" destId="{B3057ABC-B56D-4658-829D-FE98C912E63E}" srcOrd="1" destOrd="0" presId="urn:microsoft.com/office/officeart/2018/2/layout/IconVerticalSolidList"/>
    <dgm:cxn modelId="{3C39E056-6076-4F6D-BDCC-F531E719C9F1}" type="presParOf" srcId="{0525D0BB-10B3-4D55-BD17-2EC0E8166A57}" destId="{FB5D1BC5-0FCF-4ABC-8A77-1C2FF3B0570A}" srcOrd="2" destOrd="0" presId="urn:microsoft.com/office/officeart/2018/2/layout/IconVerticalSolidList"/>
    <dgm:cxn modelId="{832137B3-E7C6-44C1-862D-4EB5E93D97E0}" type="presParOf" srcId="{0525D0BB-10B3-4D55-BD17-2EC0E8166A57}" destId="{013FF752-0AF3-4A7A-A658-A40DA276F4D7}" srcOrd="3" destOrd="0" presId="urn:microsoft.com/office/officeart/2018/2/layout/IconVerticalSolidList"/>
    <dgm:cxn modelId="{EB637E0F-9F3E-4585-B6EF-F8399AA93167}" type="presParOf" srcId="{E7E16E62-254D-44D6-ACD9-AB127485BC13}" destId="{D0B78559-F109-4691-938C-7F7D780A31D7}" srcOrd="5" destOrd="0" presId="urn:microsoft.com/office/officeart/2018/2/layout/IconVerticalSolidList"/>
    <dgm:cxn modelId="{2BFF72DB-9AF3-4BF9-9BC9-E38A0B61D12C}" type="presParOf" srcId="{E7E16E62-254D-44D6-ACD9-AB127485BC13}" destId="{26BBB270-645B-4D13-8680-3ACF5DABFD2A}" srcOrd="6" destOrd="0" presId="urn:microsoft.com/office/officeart/2018/2/layout/IconVerticalSolidList"/>
    <dgm:cxn modelId="{5DD34F7E-D544-4B66-9AA7-BA1B10F77E95}" type="presParOf" srcId="{26BBB270-645B-4D13-8680-3ACF5DABFD2A}" destId="{0B5AB862-19DD-4B6F-B87B-4878D6B90263}" srcOrd="0" destOrd="0" presId="urn:microsoft.com/office/officeart/2018/2/layout/IconVerticalSolidList"/>
    <dgm:cxn modelId="{2E929C79-AC1E-43A3-936E-9379734D03F0}" type="presParOf" srcId="{26BBB270-645B-4D13-8680-3ACF5DABFD2A}" destId="{F6A2ED29-8DC2-4F20-8191-AEF29B373C66}" srcOrd="1" destOrd="0" presId="urn:microsoft.com/office/officeart/2018/2/layout/IconVerticalSolidList"/>
    <dgm:cxn modelId="{A5BDFBD1-2202-4D5D-87EF-B3C687106625}" type="presParOf" srcId="{26BBB270-645B-4D13-8680-3ACF5DABFD2A}" destId="{44A04FFA-77C1-4143-8F84-939935063023}" srcOrd="2" destOrd="0" presId="urn:microsoft.com/office/officeart/2018/2/layout/IconVerticalSolidList"/>
    <dgm:cxn modelId="{BFB837F2-A8E0-4080-A428-5EE36DF3FF3B}" type="presParOf" srcId="{26BBB270-645B-4D13-8680-3ACF5DABFD2A}" destId="{271A05DA-7DC4-4681-8CD6-CD4B9017CEE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5E5B80-4225-49DA-BF71-719D5522D13C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510D011-D15F-4C41-BB4B-0BD9D449B7D5}">
      <dgm:prSet/>
      <dgm:spPr/>
      <dgm:t>
        <a:bodyPr/>
        <a:lstStyle/>
        <a:p>
          <a:r>
            <a:rPr lang="en-US"/>
            <a:t>Sina :</a:t>
          </a:r>
        </a:p>
      </dgm:t>
    </dgm:pt>
    <dgm:pt modelId="{063DBAEF-2F0A-4642-BF30-42C736416BCC}" type="parTrans" cxnId="{E59E2C2C-DA4B-4366-B811-6A9712E619C4}">
      <dgm:prSet/>
      <dgm:spPr/>
      <dgm:t>
        <a:bodyPr/>
        <a:lstStyle/>
        <a:p>
          <a:endParaRPr lang="en-US"/>
        </a:p>
      </dgm:t>
    </dgm:pt>
    <dgm:pt modelId="{9DF7F700-9851-49D9-8B81-9C486B3EDE42}" type="sibTrans" cxnId="{E59E2C2C-DA4B-4366-B811-6A9712E619C4}">
      <dgm:prSet/>
      <dgm:spPr/>
      <dgm:t>
        <a:bodyPr/>
        <a:lstStyle/>
        <a:p>
          <a:endParaRPr lang="en-US"/>
        </a:p>
      </dgm:t>
    </dgm:pt>
    <dgm:pt modelId="{6094F9D4-050C-4A1F-9944-A62D0D06C530}">
      <dgm:prSet/>
      <dgm:spPr/>
      <dgm:t>
        <a:bodyPr/>
        <a:lstStyle/>
        <a:p>
          <a:r>
            <a:rPr lang="en-US"/>
            <a:t>Sumon: Sole contributor</a:t>
          </a:r>
        </a:p>
      </dgm:t>
    </dgm:pt>
    <dgm:pt modelId="{8B5B6989-651A-4913-A95D-2D4B40AE58BD}" type="parTrans" cxnId="{FFC18F0D-3A95-4A20-B6BD-ED43C52973BF}">
      <dgm:prSet/>
      <dgm:spPr/>
      <dgm:t>
        <a:bodyPr/>
        <a:lstStyle/>
        <a:p>
          <a:endParaRPr lang="en-US"/>
        </a:p>
      </dgm:t>
    </dgm:pt>
    <dgm:pt modelId="{4FFA2612-13D0-454A-9EF4-553F5C043782}" type="sibTrans" cxnId="{FFC18F0D-3A95-4A20-B6BD-ED43C52973BF}">
      <dgm:prSet/>
      <dgm:spPr/>
      <dgm:t>
        <a:bodyPr/>
        <a:lstStyle/>
        <a:p>
          <a:endParaRPr lang="en-US"/>
        </a:p>
      </dgm:t>
    </dgm:pt>
    <dgm:pt modelId="{4D6B00C6-985E-40E8-B870-88D065963E6B}">
      <dgm:prSet/>
      <dgm:spPr/>
      <dgm:t>
        <a:bodyPr/>
        <a:lstStyle/>
        <a:p>
          <a:r>
            <a:rPr lang="en-US"/>
            <a:t>Lovely:</a:t>
          </a:r>
        </a:p>
      </dgm:t>
    </dgm:pt>
    <dgm:pt modelId="{4C2C7E9C-3B15-41CB-AF5D-8AA3922AE441}" type="parTrans" cxnId="{97C03CA5-FD8D-4501-AF55-4779F1C19CC2}">
      <dgm:prSet/>
      <dgm:spPr/>
      <dgm:t>
        <a:bodyPr/>
        <a:lstStyle/>
        <a:p>
          <a:endParaRPr lang="en-US"/>
        </a:p>
      </dgm:t>
    </dgm:pt>
    <dgm:pt modelId="{56D29C71-339F-4D14-BAC4-737EBD855E54}" type="sibTrans" cxnId="{97C03CA5-FD8D-4501-AF55-4779F1C19CC2}">
      <dgm:prSet/>
      <dgm:spPr/>
      <dgm:t>
        <a:bodyPr/>
        <a:lstStyle/>
        <a:p>
          <a:endParaRPr lang="en-US"/>
        </a:p>
      </dgm:t>
    </dgm:pt>
    <dgm:pt modelId="{631A7CA5-6F0A-014C-AD10-8DB2481B7E48}" type="pres">
      <dgm:prSet presAssocID="{2B5E5B80-4225-49DA-BF71-719D5522D13C}" presName="linear" presStyleCnt="0">
        <dgm:presLayoutVars>
          <dgm:animLvl val="lvl"/>
          <dgm:resizeHandles val="exact"/>
        </dgm:presLayoutVars>
      </dgm:prSet>
      <dgm:spPr/>
    </dgm:pt>
    <dgm:pt modelId="{152F1510-9D16-484A-947B-872715782483}" type="pres">
      <dgm:prSet presAssocID="{0510D011-D15F-4C41-BB4B-0BD9D449B7D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59F1166-40D5-1D47-A881-72E8D4B3267C}" type="pres">
      <dgm:prSet presAssocID="{9DF7F700-9851-49D9-8B81-9C486B3EDE42}" presName="spacer" presStyleCnt="0"/>
      <dgm:spPr/>
    </dgm:pt>
    <dgm:pt modelId="{430F6D36-05D7-0440-845B-22698EDDFD3F}" type="pres">
      <dgm:prSet presAssocID="{6094F9D4-050C-4A1F-9944-A62D0D06C53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0CF506C-811C-424E-A510-F26D15D04F9F}" type="pres">
      <dgm:prSet presAssocID="{4FFA2612-13D0-454A-9EF4-553F5C043782}" presName="spacer" presStyleCnt="0"/>
      <dgm:spPr/>
    </dgm:pt>
    <dgm:pt modelId="{010A69AA-D4CB-344F-9BCD-E28C46AE3DEA}" type="pres">
      <dgm:prSet presAssocID="{4D6B00C6-985E-40E8-B870-88D065963E6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FC18F0D-3A95-4A20-B6BD-ED43C52973BF}" srcId="{2B5E5B80-4225-49DA-BF71-719D5522D13C}" destId="{6094F9D4-050C-4A1F-9944-A62D0D06C530}" srcOrd="1" destOrd="0" parTransId="{8B5B6989-651A-4913-A95D-2D4B40AE58BD}" sibTransId="{4FFA2612-13D0-454A-9EF4-553F5C043782}"/>
    <dgm:cxn modelId="{0792C619-F71F-954B-A3F5-B78A492258A8}" type="presOf" srcId="{6094F9D4-050C-4A1F-9944-A62D0D06C530}" destId="{430F6D36-05D7-0440-845B-22698EDDFD3F}" srcOrd="0" destOrd="0" presId="urn:microsoft.com/office/officeart/2005/8/layout/vList2"/>
    <dgm:cxn modelId="{E59E2C2C-DA4B-4366-B811-6A9712E619C4}" srcId="{2B5E5B80-4225-49DA-BF71-719D5522D13C}" destId="{0510D011-D15F-4C41-BB4B-0BD9D449B7D5}" srcOrd="0" destOrd="0" parTransId="{063DBAEF-2F0A-4642-BF30-42C736416BCC}" sibTransId="{9DF7F700-9851-49D9-8B81-9C486B3EDE42}"/>
    <dgm:cxn modelId="{D9C6776B-350B-3643-90CB-54F447FE912B}" type="presOf" srcId="{2B5E5B80-4225-49DA-BF71-719D5522D13C}" destId="{631A7CA5-6F0A-014C-AD10-8DB2481B7E48}" srcOrd="0" destOrd="0" presId="urn:microsoft.com/office/officeart/2005/8/layout/vList2"/>
    <dgm:cxn modelId="{68B2904C-C1C8-4F47-8803-77C1491D291F}" type="presOf" srcId="{4D6B00C6-985E-40E8-B870-88D065963E6B}" destId="{010A69AA-D4CB-344F-9BCD-E28C46AE3DEA}" srcOrd="0" destOrd="0" presId="urn:microsoft.com/office/officeart/2005/8/layout/vList2"/>
    <dgm:cxn modelId="{DBA7F891-EC7A-4D48-9084-BEAABA002D8A}" type="presOf" srcId="{0510D011-D15F-4C41-BB4B-0BD9D449B7D5}" destId="{152F1510-9D16-484A-947B-872715782483}" srcOrd="0" destOrd="0" presId="urn:microsoft.com/office/officeart/2005/8/layout/vList2"/>
    <dgm:cxn modelId="{97C03CA5-FD8D-4501-AF55-4779F1C19CC2}" srcId="{2B5E5B80-4225-49DA-BF71-719D5522D13C}" destId="{4D6B00C6-985E-40E8-B870-88D065963E6B}" srcOrd="2" destOrd="0" parTransId="{4C2C7E9C-3B15-41CB-AF5D-8AA3922AE441}" sibTransId="{56D29C71-339F-4D14-BAC4-737EBD855E54}"/>
    <dgm:cxn modelId="{121726A8-418B-1A4C-8A90-D48A10F9C078}" type="presParOf" srcId="{631A7CA5-6F0A-014C-AD10-8DB2481B7E48}" destId="{152F1510-9D16-484A-947B-872715782483}" srcOrd="0" destOrd="0" presId="urn:microsoft.com/office/officeart/2005/8/layout/vList2"/>
    <dgm:cxn modelId="{0E7E2351-CF10-974D-ACAF-AFD7636857FB}" type="presParOf" srcId="{631A7CA5-6F0A-014C-AD10-8DB2481B7E48}" destId="{859F1166-40D5-1D47-A881-72E8D4B3267C}" srcOrd="1" destOrd="0" presId="urn:microsoft.com/office/officeart/2005/8/layout/vList2"/>
    <dgm:cxn modelId="{3556291D-8A48-1940-A37C-06A50F54F2EF}" type="presParOf" srcId="{631A7CA5-6F0A-014C-AD10-8DB2481B7E48}" destId="{430F6D36-05D7-0440-845B-22698EDDFD3F}" srcOrd="2" destOrd="0" presId="urn:microsoft.com/office/officeart/2005/8/layout/vList2"/>
    <dgm:cxn modelId="{CDC99E15-4B34-CA43-8396-6233BB1E9E6F}" type="presParOf" srcId="{631A7CA5-6F0A-014C-AD10-8DB2481B7E48}" destId="{70CF506C-811C-424E-A510-F26D15D04F9F}" srcOrd="3" destOrd="0" presId="urn:microsoft.com/office/officeart/2005/8/layout/vList2"/>
    <dgm:cxn modelId="{050FA7BD-C1DA-7447-9333-4F5EE9D50213}" type="presParOf" srcId="{631A7CA5-6F0A-014C-AD10-8DB2481B7E48}" destId="{010A69AA-D4CB-344F-9BCD-E28C46AE3DE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8A9512-3AC1-4AF6-8AEA-6E527CF41FCA}">
      <dsp:nvSpPr>
        <dsp:cNvPr id="0" name=""/>
        <dsp:cNvSpPr/>
      </dsp:nvSpPr>
      <dsp:spPr>
        <a:xfrm>
          <a:off x="0" y="3535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177EED-CD1B-4C27-8C08-664A881111C9}">
      <dsp:nvSpPr>
        <dsp:cNvPr id="0" name=""/>
        <dsp:cNvSpPr/>
      </dsp:nvSpPr>
      <dsp:spPr>
        <a:xfrm>
          <a:off x="227827" y="172994"/>
          <a:ext cx="414231" cy="4142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05B8E2-5B76-4D0A-84B7-465F72EDF8E1}">
      <dsp:nvSpPr>
        <dsp:cNvPr id="0" name=""/>
        <dsp:cNvSpPr/>
      </dsp:nvSpPr>
      <dsp:spPr>
        <a:xfrm>
          <a:off x="869886" y="3535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Model Architecture:</a:t>
          </a:r>
        </a:p>
      </dsp:txBody>
      <dsp:txXfrm>
        <a:off x="869886" y="3535"/>
        <a:ext cx="7359713" cy="753148"/>
      </dsp:txXfrm>
    </dsp:sp>
    <dsp:sp modelId="{C8332625-32C2-4A0E-B30A-8B8D67765220}">
      <dsp:nvSpPr>
        <dsp:cNvPr id="0" name=""/>
        <dsp:cNvSpPr/>
      </dsp:nvSpPr>
      <dsp:spPr>
        <a:xfrm>
          <a:off x="0" y="944971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BFC0EF-0DFE-4D58-B9F3-E0334A70AF61}">
      <dsp:nvSpPr>
        <dsp:cNvPr id="0" name=""/>
        <dsp:cNvSpPr/>
      </dsp:nvSpPr>
      <dsp:spPr>
        <a:xfrm>
          <a:off x="227827" y="1114429"/>
          <a:ext cx="414231" cy="4142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48FD1C-EA00-4082-BFE1-DF81FAD9A0EA}">
      <dsp:nvSpPr>
        <dsp:cNvPr id="0" name=""/>
        <dsp:cNvSpPr/>
      </dsp:nvSpPr>
      <dsp:spPr>
        <a:xfrm>
          <a:off x="869886" y="944971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Encoder: InceptionV3 CNN pretrained on ImageNet</a:t>
          </a:r>
        </a:p>
      </dsp:txBody>
      <dsp:txXfrm>
        <a:off x="869886" y="944971"/>
        <a:ext cx="7359713" cy="753148"/>
      </dsp:txXfrm>
    </dsp:sp>
    <dsp:sp modelId="{8B8B297C-DC9F-42DC-A46D-19B776118897}">
      <dsp:nvSpPr>
        <dsp:cNvPr id="0" name=""/>
        <dsp:cNvSpPr/>
      </dsp:nvSpPr>
      <dsp:spPr>
        <a:xfrm>
          <a:off x="0" y="1886407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2CA47-CF18-4A26-BCA6-8E5D0008497A}">
      <dsp:nvSpPr>
        <dsp:cNvPr id="0" name=""/>
        <dsp:cNvSpPr/>
      </dsp:nvSpPr>
      <dsp:spPr>
        <a:xfrm>
          <a:off x="227827" y="2055865"/>
          <a:ext cx="414231" cy="4142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F352E5-2481-40B7-A310-DB1FA0928348}">
      <dsp:nvSpPr>
        <dsp:cNvPr id="0" name=""/>
        <dsp:cNvSpPr/>
      </dsp:nvSpPr>
      <dsp:spPr>
        <a:xfrm>
          <a:off x="869886" y="1886407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Decoder: LSTM RNN with pretrained word embeddings</a:t>
          </a:r>
        </a:p>
      </dsp:txBody>
      <dsp:txXfrm>
        <a:off x="869886" y="1886407"/>
        <a:ext cx="7359713" cy="753148"/>
      </dsp:txXfrm>
    </dsp:sp>
    <dsp:sp modelId="{33CFC287-2864-4357-B7DA-101A9561B241}">
      <dsp:nvSpPr>
        <dsp:cNvPr id="0" name=""/>
        <dsp:cNvSpPr/>
      </dsp:nvSpPr>
      <dsp:spPr>
        <a:xfrm>
          <a:off x="0" y="2827842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2A6DB9-C3E7-4BBB-8A9C-E8D2B7A3CBD1}">
      <dsp:nvSpPr>
        <dsp:cNvPr id="0" name=""/>
        <dsp:cNvSpPr/>
      </dsp:nvSpPr>
      <dsp:spPr>
        <a:xfrm>
          <a:off x="227827" y="2997301"/>
          <a:ext cx="414231" cy="4142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C97DF2-8ED9-4CA0-9B88-D73B0EF624BE}">
      <dsp:nvSpPr>
        <dsp:cNvPr id="0" name=""/>
        <dsp:cNvSpPr/>
      </dsp:nvSpPr>
      <dsp:spPr>
        <a:xfrm>
          <a:off x="869886" y="2827842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Combined via CNN2RNN module in PyTorch</a:t>
          </a:r>
        </a:p>
      </dsp:txBody>
      <dsp:txXfrm>
        <a:off x="869886" y="2827842"/>
        <a:ext cx="7359713" cy="753148"/>
      </dsp:txXfrm>
    </dsp:sp>
    <dsp:sp modelId="{F5DD9DA9-FB47-4CEE-A84A-074EAF421C49}">
      <dsp:nvSpPr>
        <dsp:cNvPr id="0" name=""/>
        <dsp:cNvSpPr/>
      </dsp:nvSpPr>
      <dsp:spPr>
        <a:xfrm>
          <a:off x="0" y="3769278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D6AA5E-3346-40CD-8E69-CF79E4988419}">
      <dsp:nvSpPr>
        <dsp:cNvPr id="0" name=""/>
        <dsp:cNvSpPr/>
      </dsp:nvSpPr>
      <dsp:spPr>
        <a:xfrm>
          <a:off x="227827" y="3938736"/>
          <a:ext cx="414231" cy="4142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EF2759-7D58-4C00-9611-876D97D7E479}">
      <dsp:nvSpPr>
        <dsp:cNvPr id="0" name=""/>
        <dsp:cNvSpPr/>
      </dsp:nvSpPr>
      <dsp:spPr>
        <a:xfrm>
          <a:off x="869886" y="3769278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Evaluation: BLEU, METEOR, CIDEr metrics</a:t>
          </a:r>
        </a:p>
      </dsp:txBody>
      <dsp:txXfrm>
        <a:off x="869886" y="3769278"/>
        <a:ext cx="7359713" cy="7531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26A3A9-14D2-4117-8474-30373C7E41DA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5B639A-BDF6-4B98-BC54-5E771DAE82DB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5CC3D-29B0-4B20-AB59-5F21627A88F3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Project Aims:</a:t>
          </a:r>
        </a:p>
      </dsp:txBody>
      <dsp:txXfrm>
        <a:off x="1099610" y="1878"/>
        <a:ext cx="7129989" cy="952043"/>
      </dsp:txXfrm>
    </dsp:sp>
    <dsp:sp modelId="{063C9948-7275-44E3-BFC3-7F1378C2238F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FD9820-9649-4293-AB91-F10212BF418D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7ABB10-B4DB-4068-A316-4CC29BE529CC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Automatically generate human-like captions for unseen images</a:t>
          </a:r>
        </a:p>
      </dsp:txBody>
      <dsp:txXfrm>
        <a:off x="1099610" y="1191932"/>
        <a:ext cx="7129989" cy="952043"/>
      </dsp:txXfrm>
    </dsp:sp>
    <dsp:sp modelId="{1DF276A2-3654-4F18-B413-792455594D0F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057ABC-B56D-4658-829D-FE98C912E63E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FF752-0AF3-4A7A-A658-A40DA276F4D7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Build a robust, end-to-end deep learning model</a:t>
          </a:r>
        </a:p>
      </dsp:txBody>
      <dsp:txXfrm>
        <a:off x="1099610" y="2381986"/>
        <a:ext cx="7129989" cy="952043"/>
      </dsp:txXfrm>
    </dsp:sp>
    <dsp:sp modelId="{0B5AB862-19DD-4B6F-B87B-4878D6B90263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2ED29-8DC2-4F20-8191-AEF29B373C66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1A05DA-7DC4-4681-8CD6-CD4B9017CEE3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Evaluate performance using standard NLG metrics</a:t>
          </a:r>
        </a:p>
      </dsp:txBody>
      <dsp:txXfrm>
        <a:off x="1099610" y="3572041"/>
        <a:ext cx="7129989" cy="9520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2F1510-9D16-484A-947B-872715782483}">
      <dsp:nvSpPr>
        <dsp:cNvPr id="0" name=""/>
        <dsp:cNvSpPr/>
      </dsp:nvSpPr>
      <dsp:spPr>
        <a:xfrm>
          <a:off x="0" y="40847"/>
          <a:ext cx="5000124" cy="170818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Sina :</a:t>
          </a:r>
        </a:p>
      </dsp:txBody>
      <dsp:txXfrm>
        <a:off x="83387" y="124234"/>
        <a:ext cx="4833350" cy="1541407"/>
      </dsp:txXfrm>
    </dsp:sp>
    <dsp:sp modelId="{430F6D36-05D7-0440-845B-22698EDDFD3F}">
      <dsp:nvSpPr>
        <dsp:cNvPr id="0" name=""/>
        <dsp:cNvSpPr/>
      </dsp:nvSpPr>
      <dsp:spPr>
        <a:xfrm>
          <a:off x="0" y="1872869"/>
          <a:ext cx="5000124" cy="1708181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Sumon: Sole contributor</a:t>
          </a:r>
        </a:p>
      </dsp:txBody>
      <dsp:txXfrm>
        <a:off x="83387" y="1956256"/>
        <a:ext cx="4833350" cy="1541407"/>
      </dsp:txXfrm>
    </dsp:sp>
    <dsp:sp modelId="{010A69AA-D4CB-344F-9BCD-E28C46AE3DEA}">
      <dsp:nvSpPr>
        <dsp:cNvPr id="0" name=""/>
        <dsp:cNvSpPr/>
      </dsp:nvSpPr>
      <dsp:spPr>
        <a:xfrm>
          <a:off x="0" y="3704890"/>
          <a:ext cx="5000124" cy="1708181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Lovely:</a:t>
          </a:r>
        </a:p>
      </dsp:txBody>
      <dsp:txXfrm>
        <a:off x="83387" y="3788277"/>
        <a:ext cx="4833350" cy="15414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Research Spotlight: Image Captioning with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200"/>
              <a:t>Sina</a:t>
            </a:r>
          </a:p>
          <a:p>
            <a:pPr algn="l">
              <a:lnSpc>
                <a:spcPct val="90000"/>
              </a:lnSpc>
            </a:pPr>
            <a:r>
              <a:rPr lang="en-US" sz="2200" err="1"/>
              <a:t>Sumon</a:t>
            </a:r>
            <a:endParaRPr lang="en-US" sz="2200"/>
          </a:p>
          <a:p>
            <a:pPr algn="l">
              <a:lnSpc>
                <a:spcPct val="90000"/>
              </a:lnSpc>
            </a:pPr>
            <a:r>
              <a:rPr lang="en-US" sz="2200"/>
              <a:t>Lovely</a:t>
            </a:r>
          </a:p>
          <a:p>
            <a:pPr algn="l">
              <a:lnSpc>
                <a:spcPct val="90000"/>
              </a:lnSpc>
            </a:pPr>
            <a:r>
              <a:rPr lang="en-US" sz="2200"/>
              <a:t>March 27, 2025</a:t>
            </a:r>
          </a:p>
        </p:txBody>
      </p:sp>
      <p:pic>
        <p:nvPicPr>
          <p:cNvPr id="14" name="Picture 13" descr="Cells as seen on a microscope">
            <a:extLst>
              <a:ext uri="{FF2B5EF4-FFF2-40B4-BE49-F238E27FC236}">
                <a16:creationId xmlns:a16="http://schemas.microsoft.com/office/drawing/2014/main" id="{E5A988A8-84AB-DDCF-DA82-0AA3C6C0C3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88" r="23412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US" sz="4700"/>
              <a:t>Introduction to the Problem</a:t>
            </a:r>
          </a:p>
        </p:txBody>
      </p:sp>
      <p:pic>
        <p:nvPicPr>
          <p:cNvPr id="22" name="Picture 21" descr="A 3D pattern of ring shapes connected by lines">
            <a:extLst>
              <a:ext uri="{FF2B5EF4-FFF2-40B4-BE49-F238E27FC236}">
                <a16:creationId xmlns:a16="http://schemas.microsoft.com/office/drawing/2014/main" id="{F8C0ECA0-96A3-21C3-5861-87C485CC4B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14" r="52036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/>
              <a:t>Automatically generating captions for images is a complex task at the intersection of computer vision and NLP.</a:t>
            </a:r>
          </a:p>
          <a:p>
            <a:r>
              <a:rPr lang="en-US" sz="1900"/>
              <a:t>It requires understanding visual content and generating coherent natural language.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/>
              <a:t>Applications include accessibility tools, AI assistants, and image search engines.</a:t>
            </a:r>
            <a:endParaRPr lang="en-US" sz="19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US" sz="4700"/>
              <a:t>Data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69A794-14CB-7FDB-D261-E8014E531D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233" r="36117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US" sz="1900"/>
              <a:t>Dataset: Flickr8k (Available on Kaggle)</a:t>
            </a:r>
          </a:p>
          <a:p>
            <a:r>
              <a:rPr lang="en-US" sz="1900"/>
              <a:t>8,000 images from various real-world scenes</a:t>
            </a:r>
          </a:p>
          <a:p>
            <a:r>
              <a:rPr lang="en-US" sz="1900"/>
              <a:t>Each image is annotated with 5 human-written captions</a:t>
            </a:r>
          </a:p>
          <a:p>
            <a:r>
              <a:rPr lang="en-US" sz="1900"/>
              <a:t>Preprocessing: image resizing, normalization, caption tokenization, vocabulary building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DADEEA8F-3BC7-8015-909C-210A0845832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Goals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EFB9CF-A142-0382-27FD-7F0DEC2B76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Team Contributions</a:t>
            </a:r>
          </a:p>
        </p:txBody>
      </p:sp>
      <p:sp>
        <p:nvSpPr>
          <p:cNvPr id="4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4C917277-E90D-8838-A6B6-D8BB5C50AF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818196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100"/>
              <a:t>Future Work:</a:t>
            </a:r>
          </a:p>
          <a:p>
            <a:r>
              <a:rPr lang="en-US" sz="2100"/>
              <a:t>Train and validate the model on the Flickr8k dataset</a:t>
            </a:r>
          </a:p>
          <a:p>
            <a:r>
              <a:rPr lang="en-US" sz="2100"/>
              <a:t>Fine-tune hyperparameters and test on unseen data</a:t>
            </a:r>
          </a:p>
          <a:p>
            <a:r>
              <a:rPr lang="en-US" sz="2100"/>
              <a:t>Generate and visualize sample captions</a:t>
            </a:r>
          </a:p>
          <a:p>
            <a:r>
              <a:rPr lang="en-US" sz="2100"/>
              <a:t>Address challenges like overfitting, small dataset size, and vocabulary limitations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F9E76D-D007-8728-45B4-A20F14CBD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B853F5-13EA-F176-B96A-8CF001ABD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References</a:t>
            </a:r>
            <a:endParaRPr lang="en-US" sz="420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5436B-DEFC-2611-B42F-38B4B0185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1400">
                <a:ea typeface="+mn-lt"/>
                <a:cs typeface="+mn-lt"/>
              </a:rPr>
              <a:t>P. Wagner, N. </a:t>
            </a:r>
            <a:r>
              <a:rPr lang="en-US" sz="1400" err="1">
                <a:ea typeface="+mn-lt"/>
                <a:cs typeface="+mn-lt"/>
              </a:rPr>
              <a:t>Strodthoff</a:t>
            </a:r>
            <a:r>
              <a:rPr lang="en-US" sz="1400">
                <a:ea typeface="+mn-lt"/>
                <a:cs typeface="+mn-lt"/>
              </a:rPr>
              <a:t>, R.-D. </a:t>
            </a:r>
            <a:r>
              <a:rPr lang="en-US" sz="1400" err="1">
                <a:ea typeface="+mn-lt"/>
                <a:cs typeface="+mn-lt"/>
              </a:rPr>
              <a:t>Bousseljot</a:t>
            </a:r>
            <a:r>
              <a:rPr lang="en-US" sz="1400">
                <a:ea typeface="+mn-lt"/>
                <a:cs typeface="+mn-lt"/>
              </a:rPr>
              <a:t>, D. </a:t>
            </a:r>
            <a:r>
              <a:rPr lang="en-US" sz="1400" err="1">
                <a:ea typeface="+mn-lt"/>
                <a:cs typeface="+mn-lt"/>
              </a:rPr>
              <a:t>Kreiseler</a:t>
            </a:r>
            <a:r>
              <a:rPr lang="en-US" sz="1400">
                <a:ea typeface="+mn-lt"/>
                <a:cs typeface="+mn-lt"/>
              </a:rPr>
              <a:t>, F. I. </a:t>
            </a:r>
            <a:r>
              <a:rPr lang="en-US" sz="1400" err="1">
                <a:ea typeface="+mn-lt"/>
                <a:cs typeface="+mn-lt"/>
              </a:rPr>
              <a:t>Lunze</a:t>
            </a:r>
            <a:r>
              <a:rPr lang="en-US" sz="1400">
                <a:ea typeface="+mn-lt"/>
                <a:cs typeface="+mn-lt"/>
              </a:rPr>
              <a:t>, W. Samek, and T. </a:t>
            </a:r>
            <a:r>
              <a:rPr lang="en-US" sz="1400" err="1">
                <a:ea typeface="+mn-lt"/>
                <a:cs typeface="+mn-lt"/>
              </a:rPr>
              <a:t>Schaeffter</a:t>
            </a:r>
            <a:r>
              <a:rPr lang="en-US" sz="1400">
                <a:ea typeface="+mn-lt"/>
                <a:cs typeface="+mn-lt"/>
              </a:rPr>
              <a:t>, “PTB-XL, a large publicly available, electrocardiography dataset,” Scientific Data, vol. 7, p. 154, 2020.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>
                <a:ea typeface="Calibri"/>
                <a:cs typeface="Calibri"/>
              </a:rPr>
              <a:t>P. Wagner, N. </a:t>
            </a:r>
            <a:r>
              <a:rPr lang="en-US" sz="1400" err="1">
                <a:ea typeface="Calibri"/>
                <a:cs typeface="Calibri"/>
              </a:rPr>
              <a:t>Strodthoff</a:t>
            </a:r>
            <a:r>
              <a:rPr lang="en-US" sz="1400">
                <a:ea typeface="Calibri"/>
                <a:cs typeface="Calibri"/>
              </a:rPr>
              <a:t>, R.-D. </a:t>
            </a:r>
            <a:r>
              <a:rPr lang="en-US" sz="1400" err="1">
                <a:ea typeface="Calibri"/>
                <a:cs typeface="Calibri"/>
              </a:rPr>
              <a:t>Bousseljot</a:t>
            </a:r>
            <a:r>
              <a:rPr lang="en-US" sz="1400">
                <a:ea typeface="Calibri"/>
                <a:cs typeface="Calibri"/>
              </a:rPr>
              <a:t>, D. </a:t>
            </a:r>
            <a:r>
              <a:rPr lang="en-US" sz="1400" err="1">
                <a:ea typeface="Calibri"/>
                <a:cs typeface="Calibri"/>
              </a:rPr>
              <a:t>Kreiseler</a:t>
            </a:r>
            <a:r>
              <a:rPr lang="en-US" sz="1400">
                <a:ea typeface="Calibri"/>
                <a:cs typeface="Calibri"/>
              </a:rPr>
              <a:t>, F. I. </a:t>
            </a:r>
            <a:r>
              <a:rPr lang="en-US" sz="1400" err="1">
                <a:ea typeface="Calibri"/>
                <a:cs typeface="Calibri"/>
              </a:rPr>
              <a:t>Lunze</a:t>
            </a:r>
            <a:r>
              <a:rPr lang="en-US" sz="1400">
                <a:ea typeface="Calibri"/>
                <a:cs typeface="Calibri"/>
              </a:rPr>
              <a:t>, W. Samek, and T. </a:t>
            </a:r>
            <a:r>
              <a:rPr lang="en-US" sz="1400" err="1">
                <a:ea typeface="Calibri"/>
                <a:cs typeface="Calibri"/>
              </a:rPr>
              <a:t>Schaeffter</a:t>
            </a:r>
            <a:r>
              <a:rPr lang="en-US" sz="1400">
                <a:ea typeface="Calibri"/>
                <a:cs typeface="Calibri"/>
              </a:rPr>
              <a:t>, “PTB-XL, a large publicly available, electrocardiography dataset,” Scientific Data, vol. 7, p. 154, 2020.</a:t>
            </a:r>
          </a:p>
          <a:p>
            <a:r>
              <a:rPr lang="en-US" sz="1400">
                <a:ea typeface="Calibri"/>
                <a:cs typeface="Calibri"/>
              </a:rPr>
              <a:t>P. Wagner, N. </a:t>
            </a:r>
            <a:r>
              <a:rPr lang="en-US" sz="1400" err="1">
                <a:ea typeface="Calibri"/>
                <a:cs typeface="Calibri"/>
              </a:rPr>
              <a:t>Strodthoff</a:t>
            </a:r>
            <a:r>
              <a:rPr lang="en-US" sz="1400">
                <a:ea typeface="Calibri"/>
                <a:cs typeface="Calibri"/>
              </a:rPr>
              <a:t>, R.-D. </a:t>
            </a:r>
            <a:r>
              <a:rPr lang="en-US" sz="1400" err="1">
                <a:ea typeface="Calibri"/>
                <a:cs typeface="Calibri"/>
              </a:rPr>
              <a:t>Bousseljot</a:t>
            </a:r>
            <a:r>
              <a:rPr lang="en-US" sz="1400">
                <a:ea typeface="Calibri"/>
                <a:cs typeface="Calibri"/>
              </a:rPr>
              <a:t>, D. </a:t>
            </a:r>
            <a:r>
              <a:rPr lang="en-US" sz="1400" err="1">
                <a:ea typeface="Calibri"/>
                <a:cs typeface="Calibri"/>
              </a:rPr>
              <a:t>Kreiseler</a:t>
            </a:r>
            <a:r>
              <a:rPr lang="en-US" sz="1400">
                <a:ea typeface="Calibri"/>
                <a:cs typeface="Calibri"/>
              </a:rPr>
              <a:t>, F. I. </a:t>
            </a:r>
            <a:r>
              <a:rPr lang="en-US" sz="1400" err="1">
                <a:ea typeface="Calibri"/>
                <a:cs typeface="Calibri"/>
              </a:rPr>
              <a:t>Lunze</a:t>
            </a:r>
            <a:r>
              <a:rPr lang="en-US" sz="1400">
                <a:ea typeface="Calibri"/>
                <a:cs typeface="Calibri"/>
              </a:rPr>
              <a:t>, W. Samek, and T. </a:t>
            </a:r>
            <a:r>
              <a:rPr lang="en-US" sz="1400" err="1">
                <a:ea typeface="Calibri"/>
                <a:cs typeface="Calibri"/>
              </a:rPr>
              <a:t>Schaeffter</a:t>
            </a:r>
            <a:r>
              <a:rPr lang="en-US" sz="1400">
                <a:ea typeface="Calibri"/>
                <a:cs typeface="Calibri"/>
              </a:rPr>
              <a:t>, “PTB-XL, a large publicly available, electrocardiography dataset,” Scientific Data, vol. 7, p. 154, 2020.</a:t>
            </a:r>
          </a:p>
          <a:p>
            <a:r>
              <a:rPr lang="en-US" sz="1400">
                <a:ea typeface="Calibri"/>
                <a:cs typeface="Calibri"/>
              </a:rPr>
              <a:t>P. Wagner, N. </a:t>
            </a:r>
            <a:r>
              <a:rPr lang="en-US" sz="1400" err="1">
                <a:ea typeface="Calibri"/>
                <a:cs typeface="Calibri"/>
              </a:rPr>
              <a:t>Strodthoff</a:t>
            </a:r>
            <a:r>
              <a:rPr lang="en-US" sz="1400">
                <a:ea typeface="Calibri"/>
                <a:cs typeface="Calibri"/>
              </a:rPr>
              <a:t>, R.-D. </a:t>
            </a:r>
            <a:r>
              <a:rPr lang="en-US" sz="1400" err="1">
                <a:ea typeface="Calibri"/>
                <a:cs typeface="Calibri"/>
              </a:rPr>
              <a:t>Bousseljot</a:t>
            </a:r>
            <a:r>
              <a:rPr lang="en-US" sz="1400">
                <a:ea typeface="Calibri"/>
                <a:cs typeface="Calibri"/>
              </a:rPr>
              <a:t>, D. </a:t>
            </a:r>
            <a:r>
              <a:rPr lang="en-US" sz="1400" err="1">
                <a:ea typeface="Calibri"/>
                <a:cs typeface="Calibri"/>
              </a:rPr>
              <a:t>Kreiseler</a:t>
            </a:r>
            <a:r>
              <a:rPr lang="en-US" sz="1400">
                <a:ea typeface="Calibri"/>
                <a:cs typeface="Calibri"/>
              </a:rPr>
              <a:t>, F. I. </a:t>
            </a:r>
            <a:r>
              <a:rPr lang="en-US" sz="1400" err="1">
                <a:ea typeface="Calibri"/>
                <a:cs typeface="Calibri"/>
              </a:rPr>
              <a:t>Lunze</a:t>
            </a:r>
            <a:r>
              <a:rPr lang="en-US" sz="1400">
                <a:ea typeface="Calibri"/>
                <a:cs typeface="Calibri"/>
              </a:rPr>
              <a:t>, W. Samek, and T. </a:t>
            </a:r>
            <a:r>
              <a:rPr lang="en-US" sz="1400" err="1">
                <a:ea typeface="Calibri"/>
                <a:cs typeface="Calibri"/>
              </a:rPr>
              <a:t>Schaeffter</a:t>
            </a:r>
            <a:r>
              <a:rPr lang="en-US" sz="1400">
                <a:ea typeface="Calibri"/>
                <a:cs typeface="Calibri"/>
              </a:rPr>
              <a:t>, “PTB-XL, a large publicly available, electrocardiography dataset,” Scientific Data, vol. 7, p. 154, 2020.</a:t>
            </a:r>
          </a:p>
          <a:p>
            <a:endParaRPr lang="en-US" sz="2100">
              <a:ea typeface="Calibri"/>
              <a:cs typeface="Calibri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522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Research Spotlight: Image Captioning with Deep Learning</vt:lpstr>
      <vt:lpstr>Introduction to the Problem</vt:lpstr>
      <vt:lpstr>Data Overview</vt:lpstr>
      <vt:lpstr>Methodology</vt:lpstr>
      <vt:lpstr>Objectives &amp; Goals</vt:lpstr>
      <vt:lpstr>Team Contributions</vt:lpstr>
      <vt:lpstr>Next Steps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2025-03-26T18:05:15Z</dcterms:modified>
  <cp:category/>
</cp:coreProperties>
</file>